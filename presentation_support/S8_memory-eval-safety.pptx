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Agentic Memory + Evaluation &amp; Safety — Mercredi 30 septembre, 8h00–9h35 (1h35).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Memory + a safety test — 04-Long-Term-Agentic-Memory-with-LangGraph/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8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Memory + Evaluation &amp; Safety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across sessions, measure quality, and defend the system.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Mercredi 30 septembre   ·   8h00–9h35   ·   1h35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8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safely (revert/reset) and tag releases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long-term memory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LLM apps; use an LLM as judge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blunt prompt injection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undo, tags, team conflicts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evaluation &amp; safety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0:55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+ capstone logistics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UNDO &amp; RELEASE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mistakes &amp; shipping versions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 commit by adding its inverse — history stays honest.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reset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branch pointer back. Careful on shared branches.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version, e.g. v1.0, for a release or submission.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them as the team integrates — resolve them calmly.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agentic memory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◧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about the user &amp; world. 'Prefers metric units.'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8264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2584" y="2423160"/>
            <a:ext cx="566928" cy="5669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72584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◷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past events &amp; interactions. 'Last week we...'.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47888" y="2148840"/>
            <a:ext cx="3566160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2208" y="2423160"/>
            <a:ext cx="566928" cy="56692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22208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⚙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22208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22208" y="379476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How-to knowledge &amp; routines the agent should follow.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vs retrieve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everything is worth remembering — be selective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durable facts; skip transient chatter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only what the current task needs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 wrong memory is worse than none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context you chose to keep. Curate it like a prompt — quality over volume.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cases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real inputs, including the ones that broke before.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success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expected answer or a checkable criterion per case.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score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prompt across all cases and record results.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over time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every prompt change to catch regressions.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model to grade another model's output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rubric and a strict output format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&amp; faster than full human review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judge against human labels first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 prompt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the answer 1-5 for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faithfulness to the context.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JSON: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int,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rubric in, structured score out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prompts like code: pin behaviour with tests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 for one case can silently break another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whole eval set before shipping a change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scoreboard of versions over 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change ships without re-running the eval set. This is what 'engineering' means here.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security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text in inputs/docs overrides your instructions.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⛓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Tricks that bypass rules &amp; guardrails.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↯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coaxed into leaking secrets or data.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entering prompts, logs, or memory.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DEFENSE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Guardrails: input &amp; output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457200" cy="457200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instructions from untrusted data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retrieved text issue commands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/ flag suspicious content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tools &amp; scopes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03120"/>
            <a:ext cx="5440680" cy="3703320"/>
          </a:xfrm>
          <a:prstGeom prst="roundRect">
            <a:avLst>
              <a:gd name="adj" fmla="val 2222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95728"/>
            <a:ext cx="457200" cy="45720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3952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3591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way out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6324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structure before acting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PII and secrets from responses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confirmation for risky actions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and monitor tool calls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Memory + a safety test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HOSTED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04-Long-Term-Agentic-Memory-with-LangGraph/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long-term memory to an agent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fact in one session; use it in the next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minimal eval to your capstone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 prompt-injection test case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3D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remembers across sessions, plus a first eval + injection test wired into your capstone.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3DA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8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curated context: write durable, retrieve relevant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sets + LLM-as-judge make quality measurable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evals to catch regressions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both the input and the output paths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build, evaluation and reflection. Consolidation and where the field goes next.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3DAC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S8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Agentic Memory + Evaluation &amp; Safety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8</dc:title>
  <dc:subject>PptxGenJS Presentation</dc:subject>
  <dc:creator>Stefan Duprey</dc:creator>
  <cp:lastModifiedBy>Stefan Duprey</cp:lastModifiedBy>
  <cp:revision>1</cp:revision>
  <dcterms:created xsi:type="dcterms:W3CDTF">2026-09-07T07:40:55Z</dcterms:created>
  <dcterms:modified xsi:type="dcterms:W3CDTF">2026-09-07T07:40:55Z</dcterms:modified>
</cp:coreProperties>
</file>