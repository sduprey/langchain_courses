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Foundations: LLMs &amp; the Anatomy of a Prompt — Mardi 15 septembre, 8h00–9h50 (1h50).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0 — Setup &amp; first prompts — llm_application_development/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LLMs &amp; the Anatomy of a Prompt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language model produces text — and how a prompt steers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15 septembre   ·   8h00–9h50   ·   1h50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Git + PE kickoff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Git: init, add, commit, and read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generates text, token by token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parts of a good prompt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repo and run a local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— Git + Prompt Engineering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 + hands-on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mental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setup, commit, first prompts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course is going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1–3. Mental model, techniques, reasoning &amp; structured output. Local &amp; free.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423160"/>
            <a:ext cx="566928" cy="5669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4–6. LangChain apps: prompts, memory, chains, RAG, tools.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47888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423160"/>
            <a:ext cx="566928" cy="56692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22208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capstone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7–9. Agents, memory, evaluation, safety, and your project.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your work you can return to anytime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 — experiment without fear of breaking things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try ideas in isolation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team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GIT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version-control system: every clone is a full copy of the whole history.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Git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working directory.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— choose exactly what goes into the next snapshot.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"..." — save the snapshot with a message.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meaningful commits beat one giant 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INSPECT &amp; IGNORE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— and hide what shouldn't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— what's staged, modified, untracked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— the history at a glance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— the exact lines that changed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keep secrets and junk out of the repo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report.md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summary"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.ipynb_checkpoints/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next-token predictor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your text and predicts the most likely next token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it, then repeats — one token at a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lookup, no memory between calls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'knows' about your task is in the prompt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IDEA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entire working memory. If it isn't in the context, the model can't use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tokens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don't see characters or words — they see tokens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characters / ¾ of a word in English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 and the context window is counted in tokens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splits explain spelling &amp; counting mistakes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string 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 engineering"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becomes tokens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["Prom", "pt", " engineering"]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tokens, not 2 words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context_window - prompt_tokens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DECODING KNOBS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deterministic &amp; focused. Higher = more random &amp; creative.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only from the smallest set of tokens summing to 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the response length — and your cost.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that force the model to stop generating.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budget of tokens for prompt + response combined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competes: instructions, examples, history, docs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content can get 'lost' in very long prompts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context = slower and more expensive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most important instruction first or last, not buried in the middle.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hallucinate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optimizes for plausible, not for true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grounding, it fills gaps with confident guesses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facts, math, and citations are high-risk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give sources, allow 'I don't know', verify outputs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retrieved text and explicitly permit refusal — both come later in the course.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has a role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persona, rules, and format. The model's standing instructions.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request and any input data or context.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reply — and prior replies, when you send history.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two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this."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audience, length, or format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handling of missing info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varies every run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"You are an editor."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+ 3-bullet format + max 60 words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non-technical manager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unclear, ask one question."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 &amp; first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llm_application_development/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clone the repo; create a virtual environment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Ollama; ollama pull llama3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commit your setup with a clear message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first prompt; try temperature 0 vs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local setup with a first commit, pushed to your fork, and one prompt run at two temperatures.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 one token at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model's whole working 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knobs trade focus for creativity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prompts set role, task, input, and format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prompting techniques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roles, delimiters, output constraints — and a method to improve prompts systematically.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Foundations: LLMs &amp; the Anatomy of a Prompt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1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