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themes: getting better answers on hard tasks (reasoning) and getting answers software can consume (structure). The through-line from S3: don't assume reasoning helps — measure it on the eval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One branch per 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measured comparison that pays off in the lab. Reasoning is not free — it multiplies token cost and latency (link to S7). The engineering question is always 'does it move the number enough to justify the cost?'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on a word problem: without CoT it often trips; with CoT it works. Then immediately ask 'but is it worth 3x the tokens on easy cases?' — that's the lab. The 'Answer:' marker is a structure trick that makes extraction reliable.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Decomposition is chain-of-thought's more controlled cousin — you own the steps instead of hoping the model finds them. Great for complex extraction or planning tasks in their capstones.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refinements, not everyday defaults. Self-consistency is the one to know — it trades money for reliability, and whether that's worth it is, again, an eval-set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 to S6. The key idea: reasoning lets the model decide when to reach outside itself for information. Don't go deep on agents here — just plant that tools are how models overcome 'no memory, no live data'.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bit that makes LLMs usable inside real software. Show the pydantic validate-and-repair pattern from the repo notebook. The repair loop is what turns a flaky JSON emitter into something you can build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Payoff of S3: they answer a real engineering question with data. Expect mixed results — on easy tasks CoT often doesn't help and costs more. That surprise is the lesson: measure, don't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to the second half of the course: we stop polishing wording and start engineering what goes into the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models reason on purpose — and return output your code can parse.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22 septembre   ·   10h45–12h30   ·   1h45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branch-per-task Git workflow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CoT, decomposition &amp; self-consistency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&amp; validate structured JSON output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reasoning actually helps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branch per task, good commits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does CoT help? measure 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WORKFLOW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task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 for each exercise or feature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always in a working state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 and often, in present tense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history is a gift to your future 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COMMIT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windowed memory to chat chain" — says what and why. Not "stuff" or "fix".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Reasoning &amp; Structured Outputs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ask a model to reason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tasks fail in one jump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arithmetic, logic and planning collapse when the model tries to answer immediately. Space to work helps.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steps raise accuracy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the model write intermediate steps before the answer measurably improves results on reasoning-heavy tasks.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make errors visible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reasoning is on the page, you can see where it went wrong — and so can a judge. But it costs tokens and latency.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7DC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room to think before it commits — but only turn it on where your eval set shows it actually helps.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steps, then the answer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'Work through it step by step, then give the final answer' is the canonical form. Simple and effective.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 the final answer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after a clear marker so your code can extract it without parsing the reasoning.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often do it unprompted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models reason by default; you may be steering how much, not whether. Measure to find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chain-of-thought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through it step by step,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give the answer after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"Answer:"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its own line.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steps are visible -&gt; checkable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(least-to-most)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problem into an ordered list of smaller sub-questions the model can handle one at a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in sequence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each sub-question, feeding earlier answers forward as context for the next.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sub-answers into the final result. Each step is small enough to get right.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steps are both easier for the model and easier for you to inspect when something goes wrong.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STRATEGIES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more reliably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several reasoning paths and take the majority answer. More robust, but multiplies cost — a clear quality/cost trade.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benefit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burns tokens and time. Skip it for simple lookups; reserve it for tasks that genuinely need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◐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reasoning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model reason internally and output only the conclusion when you don't want to show the working.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final step that checks the answer against the constraints before returning it. Cheap insurance.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reason + act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thought and action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alternates Thought → Action → Observation, using tools between reasoning steps.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call tools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a calculator, code execution — the model decides what to call and reads the result back.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becomes an agent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the seed of the tool-using agents we build in S6. Same idea, more structure.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trace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 today's FX rate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search("EUR USD")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1.09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 I can answer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about 1.09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&amp; repair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keys, types, allowed values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the exact JSON you expect. Use the provider's JSON/schema mode where available.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validate → repair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output, validate it against a schema, and on failure send the error back and ask for a corrected object.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regex prose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scrape structure out of free text. Make the model emit structure you can load directly.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+ repair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ONLY JSON: {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0.0-1.0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parse failure: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the error back, ask for a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corrected object, retry once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Does reasoning actually help?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prompt-engineering-course/04_reasoning_structure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from your eval harness (S3)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task with and without chain-of-thought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both on the same eval set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from the numbers, then commit the winner with a one-line conclusion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DC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comparison of CoT vs no-CoT on your eval set, with the token-cost trade noted in the commit message.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4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reasoning trades tokens for accuracy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and a verify step add reliability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= schema + validate + repair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eval set decide whether reasoning helps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reframe: from wording to context. Retrieval as prompting, grounding, citation, and context rot.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Reasoning &amp; Structured Outputs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&amp; Context Engineering — Session 4</dc:title>
  <dc:subject>PptxGenJS Presentation</dc:subject>
  <dc:creator>Stefan Duprey</dc:creator>
  <cp:lastModifiedBy>Stefan Duprey</cp:lastModifiedBy>
  <cp:revision>1</cp:revision>
  <dcterms:created xsi:type="dcterms:W3CDTF">2026-09-07T10:15:35Z</dcterms:created>
  <dcterms:modified xsi:type="dcterms:W3CDTF">2026-09-07T10:15:35Z</dcterms:modified>
</cp:coreProperties>
</file>