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themes: getting better answers on hard tasks (reasoning) and getting answers software can consume (structure). The through-line from S3: don't assume reasoning helps — measure it on the eval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(supporting workflow): One branch per task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measured comparison that pays off in the lab. Reasoning is not free — it multiplies token cost and latency (link to S7). The engineering question is always 'does it move the number enough to justify the cost?'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on a word problem: without CoT it often trips; with CoT it works. Then immediately ask 'but is it worth 3x the tokens on easy cases?' — that's the lab. The 'Answer:' marker is a structure trick that makes extraction reliable.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Decomposition is chain-of-thought's more controlled cousin — you own the steps instead of hoping the model finds them. Great for complex extraction or planning tasks in their capstones.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refinements, not everyday defaults. Self-consistency is the one to know — it trades money for reliability, and whether that's worth it is, again, an eval-set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slide to S6. The key idea: reasoning lets the model decide when to reach outside itself for information. Don't go deep on agents here — just plant that tools are how models overcome 'no memory, no live data'.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bit that makes LLMs usable inside real software. Show the pydantic validate-and-repair pattern from the repo notebook. The repair loop is what turns a flaky JSON emitter into something you can build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Payoff of S3: they answer a real engineering question with data. Expect mixed results — on easy tasks CoT often doesn't help and costs more. That surprise is the lesson: measure, don't assume.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Pivot to the second half of the course: we stop polishing wording and start engineering what goes into the window.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182880"/>
            <a:ext cx="45720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2327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7DC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7680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&amp; Structured Outputs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6052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models reason on purpose — and return output your code can parse.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12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Mardi 22 septembre   ·   10h45–12h30   ·   1h45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23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—  Stefan Duprey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DC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— plan &amp; goals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D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be able to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5852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a branch-per-task Git workflow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CoT, decomposition &amp; self-consistency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&amp; validate structured JSON output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whether reasoning actually helps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903720" y="1965960"/>
            <a:ext cx="4736592" cy="3886200"/>
          </a:xfrm>
          <a:prstGeom prst="roundRect">
            <a:avLst>
              <a:gd name="adj" fmla="val 2118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78040" y="2194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OF SHOW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2651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595360" y="26517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05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— branch per task, good commits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178040" y="33101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DC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0:15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33101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&amp; structured outputs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38221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DC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1:00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595360" y="382219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— does CoT help? measure it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4480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DC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1:40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0" y="44805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DCF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Reasoning &amp; Structured Outputs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Sept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0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05872" y="45720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F0562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405872" y="4572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GIT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· WORKFLOW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branch per task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1680"/>
            <a:ext cx="6126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branch for each exercise or feature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main always in a working state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small and often, in present tense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history is a gift to your future self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995160" y="2148840"/>
            <a:ext cx="4645152" cy="3383280"/>
          </a:xfrm>
          <a:prstGeom prst="roundRect">
            <a:avLst>
              <a:gd name="adj" fmla="val 2432"/>
            </a:avLst>
          </a:prstGeom>
          <a:solidFill>
            <a:srgbClr val="3E2418"/>
          </a:solidFill>
          <a:ln w="15875">
            <a:solidFill>
              <a:srgbClr val="F056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69480" y="2423160"/>
            <a:ext cx="457200" cy="457200"/>
          </a:xfrm>
          <a:prstGeom prst="ellipse">
            <a:avLst/>
          </a:prstGeom>
          <a:solidFill>
            <a:srgbClr val="F0562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818120" y="24505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GOOD COMMIT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69480" y="3108960"/>
            <a:ext cx="4160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"Add windowed memory to chat chain" — says what and why. Not "stuff" or "fix".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F056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S4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05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· supporting workflow  ·  Reasoning &amp; Structured Outputs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Sept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DC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ask a model to reason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the fix for a wrong answer is simply giving the model room to think before it commits.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61264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tasks fail in one jump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arithmetic, logic and planning collapse when the model tries to answer immediately. Space to work helps.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steps raise accuracy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Letting the model write intermediate steps before the answer measurably improves results on reasoning-heavy tasks.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make errors visible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reasoning is on the page, you can see where it went wrong — and so can a judge. But it costs tokens and latency.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95160" y="2478024"/>
            <a:ext cx="4645152" cy="3054096"/>
          </a:xfrm>
          <a:prstGeom prst="roundRect">
            <a:avLst>
              <a:gd name="adj" fmla="val 2695"/>
            </a:avLst>
          </a:prstGeom>
          <a:solidFill>
            <a:srgbClr val="24283B"/>
          </a:solidFill>
          <a:ln w="15875">
            <a:solidFill>
              <a:srgbClr val="7DC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69480" y="2752344"/>
            <a:ext cx="457200" cy="457200"/>
          </a:xfrm>
          <a:prstGeom prst="ellipse">
            <a:avLst/>
          </a:prstGeom>
          <a:solidFill>
            <a:srgbClr val="7DC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18120" y="277977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7DC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PRINCIPLE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69480" y="3438144"/>
            <a:ext cx="416052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model room to think before it commits — but only turn it on where your eval set shows it actually helps.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DC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S4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Reasoning &amp; Structured Outputs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Sept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DC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TECHNIQUE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useful reasoning trick is also the simplest: ask for the working, then the answer.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86584"/>
            <a:ext cx="4709160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steps, then the answer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'Work through it step by step, then give the final answer' is the canonical form. Simple and effective.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Delimit the final answer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it after a clear marker so your code can extract it without parsing the reasoning.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models often do it unprompted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Newer models reason by default; you may be steering how much, not whether. Measure to find out.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532120" y="2386584"/>
            <a:ext cx="6108192" cy="3465576"/>
          </a:xfrm>
          <a:prstGeom prst="roundRect">
            <a:avLst>
              <a:gd name="adj" fmla="val 1583"/>
            </a:avLst>
          </a:prstGeom>
          <a:solidFill>
            <a:srgbClr val="16161E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0" y="2523744"/>
            <a:ext cx="5650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chain-of-thought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788152" y="2889504"/>
            <a:ext cx="5596128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 through it step by step,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 give the answer after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"Answer:"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its own line.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steps are visible -&gt; checkable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DC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S4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Reasoning &amp; Structured Outputs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Sept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DC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TECHNIQUE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 (least-to-most)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problem is too big to solve in one leap, break it into steps you can actually check.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32304"/>
            <a:ext cx="530352" cy="530352"/>
          </a:xfrm>
          <a:prstGeom prst="ellipse">
            <a:avLst/>
          </a:prstGeom>
          <a:solidFill>
            <a:srgbClr val="7DC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4323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41401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798064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the problem into an ordered list of smaller sub-questions the model can handle one at a time.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456432"/>
            <a:ext cx="530352" cy="530352"/>
          </a:xfrm>
          <a:prstGeom prst="ellipse">
            <a:avLst/>
          </a:prstGeom>
          <a:solidFill>
            <a:srgbClr val="7DC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4564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43814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in sequence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822192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each sub-question, feeding earlier answers forward as context for the next.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530352" cy="530352"/>
          </a:xfrm>
          <a:prstGeom prst="ellipse">
            <a:avLst/>
          </a:prstGeom>
          <a:solidFill>
            <a:srgbClr val="7DC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480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4622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4846320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the sub-answers into the final result. Each step is small enough to get right.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5504688"/>
            <a:ext cx="530352" cy="530352"/>
          </a:xfrm>
          <a:prstGeom prst="ellipse">
            <a:avLst/>
          </a:prstGeom>
          <a:solidFill>
            <a:srgbClr val="7DC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504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5486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5870448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steps are both easier for the model and easier for you to inspect when something goes wrong.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DC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Reasoning &amp; Structured Outputs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Sept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DC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STRATEGIES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more reliably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more tools for when you need the reasoning to be robust, not just present — each with a cost.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3230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24912"/>
            <a:ext cx="548640" cy="548640"/>
          </a:xfrm>
          <a:prstGeom prst="ellipse">
            <a:avLst/>
          </a:prstGeom>
          <a:solidFill>
            <a:srgbClr val="7DC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∑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6883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34670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several reasoning paths and take the majority answer. More robust, but multiplies cost — a clear quality/cost trade.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45352" y="243230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19672" y="2724912"/>
            <a:ext cx="548640" cy="548640"/>
          </a:xfrm>
          <a:prstGeom prst="ellipse">
            <a:avLst/>
          </a:prstGeom>
          <a:solidFill>
            <a:srgbClr val="9ECE6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19672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7205472" y="26883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vs benefit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34670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burns tokens and time. Skip it for simple lookups; reserve it for tasks that genuinely need it.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736592"/>
            <a:ext cx="548640" cy="548640"/>
          </a:xfrm>
          <a:prstGeom prst="ellipse">
            <a:avLst/>
          </a:prstGeom>
          <a:solidFill>
            <a:srgbClr val="FF9E6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736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◐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70001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reasoning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5838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the model reason internally and output only the conclusion when you don't want to show the working.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45352" y="444398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19672" y="4736592"/>
            <a:ext cx="548640" cy="548640"/>
          </a:xfrm>
          <a:prstGeom prst="ellipse">
            <a:avLst/>
          </a:prstGeom>
          <a:solidFill>
            <a:srgbClr val="7DC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19672" y="4736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205472" y="470001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519672" y="535838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final step that checks the answer against the constraints before returning it. Cheap insurance.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DC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Reasoning &amp; Structured Outputs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Sept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DC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BRIDGE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ReAct: reason + act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gets more powerful when the model can reach outside itself between thoughts — this is the seed of an agent.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86584"/>
            <a:ext cx="4709160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 thought and action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alternates Thought → Action → Observation, using tools between reasoning steps.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call tools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a calculator, code execution — the model decides what to call and reads the result back.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loop becomes an agent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is the seed of the tool-using agents we build in S6. Same idea, more structure.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532120" y="2386584"/>
            <a:ext cx="6108192" cy="3465576"/>
          </a:xfrm>
          <a:prstGeom prst="roundRect">
            <a:avLst>
              <a:gd name="adj" fmla="val 1583"/>
            </a:avLst>
          </a:prstGeom>
          <a:solidFill>
            <a:srgbClr val="16161E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0" y="2523744"/>
            <a:ext cx="5650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 trace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788152" y="2889504"/>
            <a:ext cx="5596128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Thought: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need today's FX rate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Action: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search("EUR USD")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Observation: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1.09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BB9A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Thought: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now I can answer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FF9E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Answer: about 1.09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DC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S4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Reasoning &amp; Structured Outputs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Sept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DC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&amp; repair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piece that makes an LLM safe to wire into real software: output your code can actually trust.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86584"/>
            <a:ext cx="4709160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keys, types, allowed values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model the exact JSON you expect. Use the provider's JSON/schema mode where available.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→ validate → repair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the output, validate it against a schema, and on failure send the error back and ask for a corrected object.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regex prose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scrape structure out of free text. Make the model emit structure you can load directly.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532120" y="2386584"/>
            <a:ext cx="6108192" cy="3465576"/>
          </a:xfrm>
          <a:prstGeom prst="roundRect">
            <a:avLst>
              <a:gd name="adj" fmla="val 1583"/>
            </a:avLst>
          </a:prstGeom>
          <a:solidFill>
            <a:srgbClr val="16161E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0" y="2523744"/>
            <a:ext cx="5650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 + repair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788152" y="2889504"/>
            <a:ext cx="5596128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ONLY JSON: { 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7DC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str,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7DC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0.0-1.0 }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parse failure: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 the error back, ask for a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corrected object, retry once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DC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S4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Reasoning &amp; Structured Outputs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Sept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DC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— Does reasoning actually help?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377440" cy="384048"/>
          </a:xfrm>
          <a:prstGeom prst="roundRect">
            <a:avLst>
              <a:gd name="adj" fmla="val 19048"/>
            </a:avLst>
          </a:prstGeom>
          <a:solidFill>
            <a:srgbClr val="7DC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· OLLAMA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15727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prompt-engineering-course/04_reasoning_structure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7040880" cy="3657600"/>
          </a:xfrm>
          <a:prstGeom prst="roundRect">
            <a:avLst>
              <a:gd name="adj" fmla="val 2250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3957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788920"/>
            <a:ext cx="6400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from your eval harness (S3)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one task with and without chain-of-thought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both on the same eval set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from the numbers, then commit the winner with a one-line conclusion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818120" y="2194560"/>
            <a:ext cx="3822192" cy="3657600"/>
          </a:xfrm>
          <a:prstGeom prst="roundRect">
            <a:avLst>
              <a:gd name="adj" fmla="val 2250"/>
            </a:avLst>
          </a:prstGeom>
          <a:solidFill>
            <a:srgbClr val="24283B"/>
          </a:solidFill>
          <a:ln w="15875">
            <a:solidFill>
              <a:srgbClr val="7DC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92440" y="2468880"/>
            <a:ext cx="457200" cy="457200"/>
          </a:xfrm>
          <a:prstGeom prst="ellipse">
            <a:avLst/>
          </a:prstGeom>
          <a:solidFill>
            <a:srgbClr val="7DC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924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0" y="24871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DC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DELIVERABLE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092440" y="315468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measured comparison of CoT vs no-CoT on your eval set, with the token-cost trade noted in the commit message.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DC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Reasoning &amp; Structured Outputs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Sept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7DC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WRAP-UP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— Session 4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7DC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14884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reasoning trades tokens for accuracy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457200" cy="457200"/>
          </a:xfrm>
          <a:prstGeom prst="ellipse">
            <a:avLst/>
          </a:prstGeom>
          <a:solidFill>
            <a:srgbClr val="7DC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0896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 and a verify step add reliability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457200" cy="457200"/>
          </a:xfrm>
          <a:prstGeom prst="ellipse">
            <a:avLst/>
          </a:prstGeom>
          <a:solidFill>
            <a:srgbClr val="7DC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06908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= schema + validate + repair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5074920"/>
            <a:ext cx="457200" cy="457200"/>
          </a:xfrm>
          <a:prstGeom prst="ellipse">
            <a:avLst/>
          </a:prstGeom>
          <a:solidFill>
            <a:srgbClr val="7DC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02920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eval set decide whether reasoning helps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0" y="2194560"/>
            <a:ext cx="4325112" cy="3566160"/>
          </a:xfrm>
          <a:prstGeom prst="roundRect">
            <a:avLst>
              <a:gd name="adj" fmla="val 2308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2423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SESSION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283464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DC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 I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397764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reframe: from wording to context. Retrieval as prompting, grounding, citation, and context rot.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7DCF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Reasoning &amp; Structured Outputs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Sept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Prompt &amp; Context Engineering — Session 4</dc:title>
  <dc:subject>PptxGenJS Presentation</dc:subject>
  <dc:creator>Stefan Duprey</dc:creator>
  <cp:lastModifiedBy>Stefan Duprey</cp:lastModifiedBy>
  <cp:revision>1</cp:revision>
  <dcterms:created xsi:type="dcterms:W3CDTF">2026-09-08T15:47:41Z</dcterms:created>
  <dcterms:modified xsi:type="dcterms:W3CDTF">2026-09-08T15:47:41Z</dcterms:modified>
</cp:coreProperties>
</file>