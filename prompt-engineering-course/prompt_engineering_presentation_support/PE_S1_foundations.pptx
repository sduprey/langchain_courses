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session. Goal: give students an accurate mental model of what an LLM is doing so that every later technique has something to hook onto. Keep it concrete — demos over theory. By the end they should be able to write a specific prompt and run it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not a 'prompt tricks' course. The spine is specify -&gt; measure -&gt; iterate. Point out that evaluation arrives early (S3) on purpose — it's what makes everything after it engineering rather than guessing. Git rides along as the way work is handed in, nothing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Why version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The everyday Git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See what changed — and hide what shouldn't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of the day. If students internalise 'next-token predictor with no memory', hallucination, context limits and prompt sensitivity all stop being surprising. Analogy: autocomplete that has read most of the internet. Stress that 'the model knows X' really means 'X was likely in training data' — not reliable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tokenization notebook live if you can. Show that 'strawberry' splits oddly — this is why models miscount letters. Tie it forward: when we talk about cost in S7 and context windows in a minute, 'token' is the unit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guidance: use temperature 0 for anything you'll evaluate or parse (classification, extraction) so runs are comparable; raise it for brainstorming or drafting. Most students over-use high temperature and then wonder why results are inconsistent.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Foreshadow context engineering (S5). The window being shared is why 'just paste everything in' fails at scale. Give a number for their local model's window so it's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Defuse the common student reaction ('the model lied'). It has no concept of truth; it produces likely text. This reframes hallucination as expected behaviour to engineer around, and motivates both retrieval and evaluation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system/user split concrete by showing the same request with and without a system message. Students often cram everything into one user string; showing the roles gives them a cleaner structure to think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both live on the same paragraph. The point lands hardest when students see the vague version vary run-to-run while the specific one stays stable. This is the whole ethos of the course in one slide: specificity is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unblock installs; the first-commit step is the only Git needed today. Success = everyone has run a local model once and seen temperature change the output. Don't let setup eat the whole slot — pair students who are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understanding with one question: 'why can't the model remember our last conversation?' If they can answer, the mental model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LLMs &amp; the Anatomy of a Prompt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language model produces text — and how a prompt steers it.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15 septembre   ·   8h00–9h50   ·   1h50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Git + PE kickoff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Git: init, add, commit, and read history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LLM generates text, token by token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parts of a good prompt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repo and run a local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course map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 + hands-on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6758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mental model &amp; prompt anatomy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1:35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setup, commit, first prompts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course is going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1–2. How models work, and the everyday prompting toolkit.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3–4. Evaluation first, then reasoning and structured output.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5–6. Retrieval, tools and memory as engineered context.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7–9. Cost, safety, and a capstone you present.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FOUNDATIONS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 control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your work you can return to anytime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net — experiment without fear of breaking things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you try ideas in isolation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every team collaboration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GIT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version-control system: every clone is a full copy of the whole history.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Foundations: LLMs &amp; the Anatomy of a Prompt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LOOP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Git loop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files in your working directory.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— choose exactly what goes into the next snapshot.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-m "..." — save the snapshot with a message.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2239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22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0410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788152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meaningful commits beat one giant one.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Foundations: LLMs &amp; the Anatomy of a Prompt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INSPECT &amp; IGNORE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changed — and hide what shouldn't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— what's staged, modified, untracked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— the history at a glance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— the exact lines that changed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keep secrets and junk out of the repo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report.md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"draft summary"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.ipynb_checkpoints/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Foundations: LLMs &amp; the Anatomy of a Prompt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next-token predictor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the next token, over and over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text so far, the model outputs a probability for every possible next token, picks one, appends it, and repeats. That single loop produces everything it writes.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lookup and no memory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searching a database or recalling your last chat. Each call starts fresh from whatever text you put in front of it.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prompt is the whole program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the model means steering that text. Everything it can use for your task has to be present in the context you send.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IDEA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model's entire working memory. If it isn't in the context, the model cannot use it — no matter how obvious it seems to you.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tokens, not words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read tokens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chunk of text — often a word piece. The model never sees raw characters or whole words the way you do.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4 characters per token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rule of thumb in English: ~¾ of a word. Numbers, code and rare words split into more tokens.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and budget in tokens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speed and the context-window limit are all counted in tokens — so token count is a real engineering quantity, revisited in S7.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string ...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 engineering"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becomes tokens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["Prom", "pt", " engineering"]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= context_window - prompt_tokens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DECODING KNOBS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actually turn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makes the model pick the most likely token every time — focused and repeatable. Higher values add randomness and variety.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only from the smallest set of tokens whose probabilities sum to p. A different way to control how adventurous the output is.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how long the response can be. Protects latency and cost — and stops runaway generations.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sequences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that force generation to halt. Useful for keeping output inside a format you can parse.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a hard budget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and answer share one budget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a fixed number of tokens for everything: your instructions, examples, retrieved data, and the model's reply all compete for the same space.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add costs room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instructions and big pasted documents leave less space for the answer — and slow the call down.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matters, not just size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attend least to the middle of a long input. We'll exploit and defend against this in S5 (context rot).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key instruction first or last — not buried in the middle of a wall of text the model will skim.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hallucinate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optimise for plausible, not true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objective rewards text that looks like a likely continuation. A confident wrong answer is often more 'likely-looking' than 'I don't know'.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get filled with guesses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grounding, the model invents specifics — names, numbers, citations — that fit the pattern but aren't real.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 are structural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 model in real sources (S5), let it say 'I don't know', and measure with an eval set (S3). You reduce hallucination; you don't switch it off.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(S5) and evaluation (S3) are how we fight this systematically — not by asking the model nicely to stop.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is made of roles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instructions: who the model is, the rules it must follow, and the output format. Set once, applies to the whole exchange.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9125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75304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request, plus any input or data the model should work on for this turn.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15968"/>
            <a:ext cx="530352" cy="530352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15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97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81728"/>
            <a:ext cx="10424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reply — and, when you send history, its previous replies become part of the context for the next turn.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task, two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this."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— who is it for?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length or format target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for missing information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changes every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"You are an editor."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exactly 3 bullets, max 60 words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 non-technical manager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anything is unclear, ask one question."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consistent and usable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— Setup &amp; first prompts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prompt-engineering-course/01_foundations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clone the repo; create and activate a virtual environment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 and pull the model: ollama pull llama3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first commit once setup runs (this is the Git touch-in)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01_tokenization.ipynb; run the same prompt at temperature 0 and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AA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local setup with a first commit on your fork, and one prompt run at two temperatures — note what changed.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predicts one token at a time, with no memory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the model's entire working memory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knobs trade focus for creativity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prompts (role, task, format) beat vague ones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task patterns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toolkit — zero/few-shot, roles, structure — and how prompting changes by task: classification, extraction, summarization.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AA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Foundations: LLMs &amp; the Anatomy of a Prompt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1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