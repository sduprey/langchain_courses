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context engineering, and the longest content session. Two ideas: tools let the model act, memory lets it persist — and both are governed by how you describe them in the prompt. Reserve the last ~30 min for the capstone brief and team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Pull requests &amp; code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Collaborating on the capstone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hammering the through-line: it's all context engineering. Students tend to think tools/memory are 'infrastructure'. The point of today is that they're mostly prompt-design problems wearing an engineering costume.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point land: the schema's description field IS a prompt, and it's the highest-leverage text in an agent. Most 'the agent is broken' problems are 'the description is bad' problems. Show a good vs vague description side by side if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up the biggest misconception: the model does not execute anything. It asks; your code acts and reports back. This matters enormously for security (S8) — the model proposing an action is not the same as it being allowed to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actionable core of the session. In the lab they'll deliberately break a description and watch selection fail. It rewires how they'll debug agents for the rest of their careers: read the description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sounds advanced but it's just 'what do I choose to persist and re-inject?'. The failure mode students won't anticipate: too much memory is worse than none — it clutters the window and confuses the model. Curation is the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turn this into a LangGraph lecture — that's the companion course. Keep it at the level of 'an agent is a loop steered by prompts and tool descriptions'. The engineering lesson is the same one all course: the words are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B (needs a key). The 'break it on purpose' step is the one that teaches — students remember failures they caused. Keep scope to one tool; the lesson is about the description, not building a big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this frames the 50% assessment. Point them at capstone/README.md in the repo for the rubric. Set teams and repos today so they can start. Emphasise the eval + injection requirements now so they design for them, not bolt them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should leave with a repo and a capstone idea. Next session shifts to production reality: what all this costs and how to make it cheap enough to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II — Tools &amp; Memory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can act on or recall is context you design. Plus: the capstone.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Jeudi 24 septembre   ·   11h00–13h30   ·   2h30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review pull requests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tools &amp; memory as context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 descriptions as prompts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team repo &amp; start the capstone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pull requests &amp; code review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memory as context + lab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968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brief + team repos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COLLABORATION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code review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branch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feature branch to the remote / your fork.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changed and why; link the task.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comment, request changes, approve.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or merge once approved — main stays healthy.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Context Engineering II — Tools &amp; Memory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CAPSTONE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on the capstone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 around one shared repository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works on their own branch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through pull requests — never email files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other's prompts and 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UP NOW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team repo today. You'll deliver the whole capstone through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Context Engineering II — Tools &amp; Memory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memory are context too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context that acts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model a tool doesn't just add a capability — it adds text (the tool's description) that shapes what the model decides to do.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context you persist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remember and re-inject next turn is a deliberate choice about what fills the window later.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or die by their wording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knows a tool or a memory through the text you write about it. Design them like prompts, not like plumbing.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lesson as S5: the win is deciding what enters the window, and how it's phrased — now for actions and recall, not just documents.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schema is a prompt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typed parameters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 the model sees. From this text alone it decides whether to call the tool and how to fill the arguments.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description → wrong call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'Gets data' tells the model nothing. Wrong tool, wrong arguments, silent failures follow.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when to use it — and when not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where you scope the tool. Include an example argument to anchor the format.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definition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"get_weather",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 weather for a city",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"parameters"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city: string (required)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tool-calling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answering, the model returns a structured request: which tool, with which arguments.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validates the arguments, runs the actual function, and captures the result. The model never runs anything itself.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result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function's output back into the context as a new message the model can read.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the result to answer, or to decide on another tool call. Loop until done.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prompts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whole interface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only knowledge of a tool is its name and description. Debugging tool use means editing that text.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hints and one example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descriptions and a sample call sharply improve how reliably the model uses the tool.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tool-selection accuracy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'did it pick the right tool?' as an eval metric, scored on a set — same discipline as S3.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picks the wrong tool, fix the words, not the wiring. The description is the bug more often than the code 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as curated context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◧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 about the user or world: 'prefers metric units', 'works in finance'. Re-injected when relevant.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◷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past interactions — what happened and when — that inform future turns.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routines and instructions the agent should follow consistently across sessions.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ruthlessly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only what's durable; retrieve only what's relevant. Stale or bloated memory hurts more than no memory.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inside an agent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sets the mission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constraints and boundaries live here. A loose system prompt gives a wandering agent.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steer the path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the agent reaches for is decided by their wording — so the descriptions shape the whole trajectory.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clutter is context clutter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accumulated in the loop competes for attention. Keep the working context lean or quality decays.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 misbehaviour is a prompt or description problem, not a code problem. Reach for the text before the debugger.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Tools &amp; their descriptions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· OPENAI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prompt-engineering-course/06_tools_memory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tool with a typed schema and a clear description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model to call it and handle the returned result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description on purpose; watch tool selection fail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tool-selection accuracy before and after the fix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F776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tool call plus a measured example of how a better description improved tool-selection accuracy.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brief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prompt-driven app: a grounded RAG bot, a structured extractor, or a simple tool-using agent.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prompts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prompts and, crucially, the iterations that moved the numbers — your S3 discipline applied.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set, an LLM-as-judge check, and at least one prompt-injection test case (S8).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repo, work integrated via reviewed pull requests, submitted as a tagged release. Present in Session 9.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memory are context you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description is a prompt — measure its effect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curated context: write durable, retrieve relevant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agents through prompts, not plumbing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&amp; model choice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have a bill. Token economics, caching, and picking the right-sized model for the job.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776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Context Engineering II — Tools &amp;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6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