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'toolkit' session. Keep each technique tied to a reason: what problem does it solve? End with the classifier they'll evaluate next session, so S3 has something concrete to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Branching &amp; merging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Resolving a merge conflict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four as the dials students will reach for all course. Everything today is a variation on instruction and examples. Emphasise that reaching for a bigger model is usually the wrong first move — tighten these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output constraint ('one lowercase word') — that single line is what makes the result parseable in code. Zero-shot is the baseline they'll compare few-shot against in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add and remove an example and watch the label flip. This previews prompt sensitivity (S3). Make the point that examples are context — they eat token budget, so there's a real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delimiter point does double duty: cleaner prompts now, and the seed of injection defence in S8. Correct the common myth that 'act as an expert' improves factual accuracy — it mostly changes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lesson: there is no single 'good prompt' — the shape follows the task. Ask students which of the four their capstone idea is; it changes how they'll prompt and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this as a debugging checklist. When a prompt misbehaves in the lab, walk these four before anything else. It builds the habit of blaming the prompt first — which is usually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classifier they build here is the input to next session's evaluation lab — make sure everyone leaves with one that runs. The commit-per-change habit is what makes their iteration visible and gradeable.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S3 hard: 'you built a classifier today — but how do you KNOW it's good? Next session we stop guessing and start measuring.'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&amp; Task Patterns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toolkit, and how prompting changes with the task.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16 septembre   ·   8h00–9h40   ·   1h40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merge, and resolve a conflict in Git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zero/few-shot, role &amp; structure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prompt patterns to task types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weak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branching, merging,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task patterns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prompts, build a classifier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BRANCHING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feature — isolate your work from main.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freely on the branch; main stays clean.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— bring the finished work back into main.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branch once it's merged.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Core Techniques &amp; Task Patterns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CONFLICTS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merge conflict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 when two branches change the same lines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marks the clash directly in the file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correct result and remove the markers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stage and commit the resolution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markers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0.7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to the right value, then: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config.py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Core Techniques &amp; Task Patterns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you control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to do, for whom, and to what standard. Most weak outputs are really under-specified instructions.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pattern instead of describing it. A few input→output pairs often beat a paragraph of rules.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sets vocabulary, depth and default rigor — 'you are a careful editor' changes tone reliably.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shape of the output: length, a schema, a style. Formats you can check are formats you can trust.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just ask, but ask well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a precise instruction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rely entirely on the wording. Works when the task is common and unambiguous.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audience and format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asks get vague answers. 'One lowercase word' removes a whole class of formatting problems.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default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 Add examples only when zero-shot visibly falls short — don't pay for examples you don't need.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support triage bot.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Classify the ticket as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billing, bug, or other.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with one lowercase word.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"App crashes on export."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show the pattern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2–5 input→output examples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infers the task and the exact output shape from your examples — often more reliably than from instructions alone.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quantity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format identical across examples. Order can matter; a contradictory example poisons the batch.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on smaller models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drift without examples. Few-shot is how you get reliable structure out of a modest model (revisited in S7).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"Refund took weeks"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 does nothing"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 the new UI"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"Charged twice"  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structure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shifts the whole register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are a senior tax accountant' changes vocabulary, caution and defaults. It steers style — it does not add knowledge the model lacks.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Delimiters fence the input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user text in quotes or tags so the model treats it as data, not as new instructions. This is also your first line against injection (S8).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sections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Task / Constraints / Output headings make long prompts legible to the model and to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reliably changes how the model writes. It does not make the model know things it was never trained on — don't confuse tone for expertise.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differ by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 set, one-word output, few-shot examples. Optimise for a parseable, constrained answer.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⇲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typed fields into a schema. Delimit the source text and specify what to do when a field is missing.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¶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audience and length first, then what to keep versus drop. 'Summarize' without those is under-specified.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writing. Supply style, hard constraints, and one example of 'good' to anchor quality.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→ the model guesses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instruction allows two readings, the model will sometimes pick the wrong one. Remove the ambiguity, don't add pleading.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drift → unparseable output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for JSON and got prose with an apology. Constrain the format and, later, validate it (S4).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Over-stuffed context → lost instruction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line drowns in pasted text. Shorten, or move it to the edges of the prompt.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instructions → input obeyed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Unfenced user text gets read as a command. Delimiter discipline matters (and it's a security issue — S8).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FIX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bad outputs are under-specified prompts, not weak models. Tighten the ask before you reach for a bigger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prompts &amp; build a classifier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prompt-engineering-course/02_techniques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branch, then rewrite three weak prompts to spec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few-shot sentiment classifier with a fixed label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remove examples; watch the behaviour change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each version with a message saying what you changed and why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prompt set and a working classifier, committed step by step so the Git history shows your iteration.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Instruction, examples, role, format are your four levers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fixes output format and the label space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 types want different prompt shapes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ask before blaming the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iteration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pivot: turn prompting from vibes into engineering by measuring. Eval sets, LLM-as-judge, and prompt sensitivity.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Core Techniques &amp; Task Patterns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2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