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production-economics session that most courses skip. Tie everything to the token as the unit of cost, speed and quality. The recurring question: what's the cheapest, fastest configuration that still passes the eval set?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(supporting workflow): Merge vs rebase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 quality as one axis of three: quality, cost, latency. Students optimise only the first. Show a rough cost calc (tokens x price x calls/day) so the numbers feel real. This is what makes them employable, not just clever.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lever is a real knob they can turn today. Streaming is the cheapest UX win — same cost, feels twice as fast. Caching is the biggest cost win for repeated-prefix workloads. The unifying discipline: trim, then re-measure.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headline: match model size to the task, don't default to the biggest. A well-prompted small model wins on cost, speed and privacy for narrow tasks — which is most production work. This is exactly what the lab measures.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Compression connects S5 (retrieval) and S3 (eval): you cut tokens, then prove quality survived. This is a very concrete, satisfying optimisation loop that students can apply to their capstones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patterns that separate a demo from something that survives real traffic. The fallback pattern (cheap-first, escalate-on-failure) is especially powerful for cost — most requests never need the expensive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session's payoff: a real engineering trade-off decided with data. The deliverable — a recommendation backed by a three-column table — is exactly what a manager or client would ask for. No Git ceremony today; just commit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can now reason about production economics. Final content session tackles the risk that ships alongside every LLM feature: it can be attacked through its own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182880"/>
            <a:ext cx="45720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2327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0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73DAC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7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7680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Cost, Latency &amp; Model Choice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6052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have a bill and a clock. Engineering them means managing both.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12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Mardi 29 septembre   ·   8h00–9h45   ·   1h45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23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—  Stefan Duprey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3D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— plan &amp; goals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3D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be able to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5852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between merge and rebase; use stash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about token cost &amp; latency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right model for the task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reliability patterns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903720" y="1965960"/>
            <a:ext cx="4736592" cy="3886200"/>
          </a:xfrm>
          <a:prstGeom prst="roundRect">
            <a:avLst>
              <a:gd name="adj" fmla="val 2118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78040" y="2194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OF SHOW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2651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595360" y="26517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05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— merge vs rebase, stash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178040" y="316382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3D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0:20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31638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Cost, latency &amp; model choice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36758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3D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0:55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595360" y="367588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— small vs frontier: quality vs cost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433425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3D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1:40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0" y="433425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check-in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3DAC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S7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Cost, Latency &amp; Model Choice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Sept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0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05872" y="45720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F0562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405872" y="4572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GIT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· HISTORY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vs rebase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40680" cy="3703320"/>
          </a:xfrm>
          <a:prstGeom prst="roundRect">
            <a:avLst>
              <a:gd name="adj" fmla="val 2222"/>
            </a:avLst>
          </a:prstGeom>
          <a:solidFill>
            <a:srgbClr val="3E2418"/>
          </a:solidFill>
          <a:ln w="12700">
            <a:solidFill>
              <a:srgbClr val="5C34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395728"/>
            <a:ext cx="457200" cy="457200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35915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05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063240"/>
            <a:ext cx="4800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true history intact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 merge commit at the join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for shared / pushed branches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can get tangled over time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99632" y="2103120"/>
            <a:ext cx="5440680" cy="3703320"/>
          </a:xfrm>
          <a:prstGeom prst="roundRect">
            <a:avLst>
              <a:gd name="adj" fmla="val 2222"/>
            </a:avLst>
          </a:prstGeom>
          <a:solidFill>
            <a:srgbClr val="3E2418"/>
          </a:solidFill>
          <a:ln w="12700">
            <a:solidFill>
              <a:srgbClr val="5C342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73952" y="2395728"/>
            <a:ext cx="457200" cy="457200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73952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068312" y="235915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B9A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Rebase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519672" y="3063240"/>
            <a:ext cx="4800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Replays your commits on a new base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a clean, linear history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to tidy up before a PR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rebase commits others already have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056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S7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05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· supporting workflow  ·  Cost, Latency &amp; Model Choice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Sept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3D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prompt has a bill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prompt you write has a price tag and a stopwatch attached — good engineers keep both in view.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61264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pay per token, every call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tokens and output tokens both cost money. A verbose prompt run millions of times is a real budget line.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 is slow as well as pricey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grows with token count. Users feel a slow assistant even when the answer is perfect.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'better' prompt can be a worse product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tweak doubles cost or latency for a tiny quality gain, it may not be worth shipping.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95160" y="2478024"/>
            <a:ext cx="4645152" cy="3054096"/>
          </a:xfrm>
          <a:prstGeom prst="roundRect">
            <a:avLst>
              <a:gd name="adj" fmla="val 2695"/>
            </a:avLst>
          </a:prstGeom>
          <a:solidFill>
            <a:srgbClr val="24283B"/>
          </a:solidFill>
          <a:ln w="15875">
            <a:solidFill>
              <a:srgbClr val="73DAC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69480" y="2752344"/>
            <a:ext cx="457200" cy="457200"/>
          </a:xfrm>
          <a:prstGeom prst="ellipse">
            <a:avLst/>
          </a:prstGeom>
          <a:solidFill>
            <a:srgbClr val="73DAC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18120" y="277977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73D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MINDSET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3438144"/>
            <a:ext cx="416052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 quality per token, not quality at any cost. Put price and latency next to the score in your eval.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3DAC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S7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Cost, Latency &amp; Model Choice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Sept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3D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cost &amp; latency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practical levers to make the same prompt cheaper and faster, ideally without a quality hit.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3230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24912"/>
            <a:ext cx="548640" cy="548640"/>
          </a:xfrm>
          <a:prstGeom prst="ellipse">
            <a:avLst/>
          </a:prstGeom>
          <a:solidFill>
            <a:srgbClr val="73DAC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✂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6883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 prompts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34670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 boilerplate and redundant examples — then re-run the eval to confirm quality held. Fewer tokens, lower cost and latency.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45352" y="243230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19672" y="2724912"/>
            <a:ext cx="548640" cy="548640"/>
          </a:xfrm>
          <a:prstGeom prst="ellipse">
            <a:avLst/>
          </a:prstGeom>
          <a:solidFill>
            <a:srgbClr val="9ECE6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19672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⧉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205472" y="26883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34670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a cached prompt prefix or prior results for repeated context. Big savings when many calls share the same setup.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736592"/>
            <a:ext cx="548640" cy="548640"/>
          </a:xfrm>
          <a:prstGeom prst="ellipse">
            <a:avLst/>
          </a:prstGeom>
          <a:solidFill>
            <a:srgbClr val="FF9E6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736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≡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70001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Batching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5838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requests and run them asynchronously to raise throughput when you have many to process.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45352" y="444398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19672" y="4736592"/>
            <a:ext cx="548640" cy="548640"/>
          </a:xfrm>
          <a:prstGeom prst="ellipse">
            <a:avLst/>
          </a:prstGeom>
          <a:solidFill>
            <a:srgbClr val="7DC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19672" y="4736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205472" y="470001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519672" y="535838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tokens to the user so they see output immediately. Same total time, far better perceived latency.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3DAC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S7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Cost, Latency &amp; Model Choice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Sept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3D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CHOICE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vs frontier model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isn't automatically better — the real skill is matching the model to the job in front of you.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32304"/>
            <a:ext cx="5440680" cy="3374136"/>
          </a:xfrm>
          <a:prstGeom prst="roundRect">
            <a:avLst>
              <a:gd name="adj" fmla="val 2439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24912"/>
            <a:ext cx="457200" cy="457200"/>
          </a:xfrm>
          <a:prstGeom prst="ellipse">
            <a:avLst/>
          </a:prstGeom>
          <a:solidFill>
            <a:srgbClr val="73DAC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3D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/ local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92424"/>
            <a:ext cx="480060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fast, private, runs offline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for classification &amp; extraction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more few-shot and structure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Struggles with hard, open-ended reasoning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99632" y="2432304"/>
            <a:ext cx="5440680" cy="3374136"/>
          </a:xfrm>
          <a:prstGeom prst="roundRect">
            <a:avLst>
              <a:gd name="adj" fmla="val 2439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73952" y="2724912"/>
            <a:ext cx="457200" cy="457200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73952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068312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B9A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/ hosted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392424"/>
            <a:ext cx="480060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reasoning out of the box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open-ended, multi-step work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 and slower per call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leaves the machine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3DAC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S7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Cost, Latency &amp; Model Choice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Sept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3D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TECHNIQUE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 the context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cheapest, fastest token is the one you never sent — here's how to trim without losing quality.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61264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history, don't resend it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multi-turn apps, replace old turns with a running summary instead of pasting the whole transcript every call.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fewer, better chunks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 back to S5: tighter retrieval means less context, lower cost, and often better answers.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examples the eval says you don't need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few-shot example costs tokens on every call. Keep only the ones that actually move the score.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95160" y="2478024"/>
            <a:ext cx="4645152" cy="3054096"/>
          </a:xfrm>
          <a:prstGeom prst="roundRect">
            <a:avLst>
              <a:gd name="adj" fmla="val 2695"/>
            </a:avLst>
          </a:prstGeom>
          <a:solidFill>
            <a:srgbClr val="24283B"/>
          </a:solidFill>
          <a:ln w="15875">
            <a:solidFill>
              <a:srgbClr val="73DAC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69480" y="2752344"/>
            <a:ext cx="457200" cy="457200"/>
          </a:xfrm>
          <a:prstGeom prst="ellipse">
            <a:avLst/>
          </a:prstGeom>
          <a:solidFill>
            <a:srgbClr val="73DAC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18120" y="277977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73D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3438144"/>
            <a:ext cx="416052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token you remove is cheaper and faster — then re-run the eval to confirm the quality actually held.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3DAC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S7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Cost, Latency &amp; Model Choice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Sept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3D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ROBUSTNESS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patterns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patterns that separate a demo from something you'd actually put in front of users.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61264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with backoff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Transient API failures happen. Retry sensibly instead of crashing the user's request.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back to a bigger model only when needed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 cheap model first; escalate to the expensive one only when the cheap one fails a check.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structure; repair or reject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trust raw output. Validate against the schema (S4) and handle failure explicitly.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temperature 0 for repeatability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the same input to give the same output, remove the randomness.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95160" y="2478024"/>
            <a:ext cx="4645152" cy="3054096"/>
          </a:xfrm>
          <a:prstGeom prst="roundRect">
            <a:avLst>
              <a:gd name="adj" fmla="val 2695"/>
            </a:avLst>
          </a:prstGeom>
          <a:solidFill>
            <a:srgbClr val="24283B"/>
          </a:solidFill>
          <a:ln w="15875">
            <a:solidFill>
              <a:srgbClr val="73DAC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69480" y="2752344"/>
            <a:ext cx="457200" cy="457200"/>
          </a:xfrm>
          <a:prstGeom prst="ellipse">
            <a:avLst/>
          </a:prstGeom>
          <a:solidFill>
            <a:srgbClr val="73DAC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18120" y="277977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73D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3438144"/>
            <a:ext cx="416052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that's cheap, fast and reliable beats one that's occasionally brilliant and often broken.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3DAC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S7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Cost, Latency &amp; Model Choice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Sept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3D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— Quality vs cost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377440" cy="384048"/>
          </a:xfrm>
          <a:prstGeom prst="roundRect">
            <a:avLst>
              <a:gd name="adj" fmla="val 19048"/>
            </a:avLst>
          </a:prstGeom>
          <a:solidFill>
            <a:srgbClr val="73DAC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+ HOSTED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15727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prompt-engineering-course/07_cost_latency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7040880" cy="3657600"/>
          </a:xfrm>
          <a:prstGeom prst="roundRect">
            <a:avLst>
              <a:gd name="adj" fmla="val 2250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957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88920"/>
            <a:ext cx="6400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one task on a small local model and a frontier model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tokens, latency and eval score for each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 the prompt, then re-measure all three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a model + prompt for this task, with the numbers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818120" y="2194560"/>
            <a:ext cx="3822192" cy="3657600"/>
          </a:xfrm>
          <a:prstGeom prst="roundRect">
            <a:avLst>
              <a:gd name="adj" fmla="val 2250"/>
            </a:avLst>
          </a:prstGeom>
          <a:solidFill>
            <a:srgbClr val="24283B"/>
          </a:solidFill>
          <a:ln w="15875">
            <a:solidFill>
              <a:srgbClr val="73DAC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92440" y="2468880"/>
            <a:ext cx="457200" cy="457200"/>
          </a:xfrm>
          <a:prstGeom prst="ellipse">
            <a:avLst/>
          </a:prstGeom>
          <a:solidFill>
            <a:srgbClr val="73DAC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924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0" y="24871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3D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DELIVERABLE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092440" y="315468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table of quality vs cost vs latency across two models, and a justified recommendation committed to the repo.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3DAC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S7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Cost, Latency &amp; Model Choice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Sept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3D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WRAP-UP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— Session 7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73DAC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14884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cost tokens, money and time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457200" cy="457200"/>
          </a:xfrm>
          <a:prstGeom prst="ellipse">
            <a:avLst/>
          </a:prstGeom>
          <a:solidFill>
            <a:srgbClr val="73DAC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0896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cost with shorter prompts, caching, batching, streaming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457200" cy="457200"/>
          </a:xfrm>
          <a:prstGeom prst="ellipse">
            <a:avLst/>
          </a:prstGeom>
          <a:solidFill>
            <a:srgbClr val="73DAC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06908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model size to the task — small often wins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5074920"/>
            <a:ext cx="457200" cy="457200"/>
          </a:xfrm>
          <a:prstGeom prst="ellipse">
            <a:avLst/>
          </a:prstGeom>
          <a:solidFill>
            <a:srgbClr val="73DAC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02920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price and latency beside quality in your eval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0" y="2194560"/>
            <a:ext cx="4325112" cy="3566160"/>
          </a:xfrm>
          <a:prstGeom prst="roundRect">
            <a:avLst>
              <a:gd name="adj" fmla="val 2308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2423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SESSION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283464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3D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security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397764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(direct and via documents), jailbreaks, data exfiltration, and building guardrails.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3DAC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Cost, Latency &amp; Model Choice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Sept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Prompt &amp; Context Engineering — Session 7</dc:title>
  <dc:subject>PptxGenJS Presentation</dc:subject>
  <dc:creator>Stefan Duprey</dc:creator>
  <cp:lastModifiedBy>Stefan Duprey</cp:lastModifiedBy>
  <cp:revision>1</cp:revision>
  <dcterms:created xsi:type="dcterms:W3CDTF">2026-09-08T15:47:41Z</dcterms:created>
  <dcterms:modified xsi:type="dcterms:W3CDTF">2026-09-08T15:47:41Z</dcterms:modified>
</cp:coreProperties>
</file>