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production-economics session that most courses skip. Tie everything to the token as the unit of cost, speed and quality. The recurring question: what's the cheapest, fastest configuration that still passes the eval set?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(supporting workflow): Merge vs rebase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Reframe quality as one axis of three: quality, cost, latency. Students optimise only the first. Show a rough cost calc (tokens x price x calls/day) so the numbers feel real. This is what makes them employable, not just clever.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lever is a real knob they can turn today. Streaming is the cheapest UX win — same cost, feels twice as fast. Caching is the biggest cost win for repeated-prefix workloads. The unifying discipline: trim, then re-measure.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headline: match model size to the task, don't default to the biggest. A well-prompted small model wins on cost, speed and privacy for narrow tasks — which is most production work. This is exactly what the lab measures.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Compression connects S5 (retrieval) and S3 (eval): you cut tokens, then prove quality survived. This is a very concrete, satisfying optimisation loop that students can apply to their capstones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patterns that separate a demo from something that survives real traffic. The fallback pattern (cheap-first, escalate-on-failure) is especially powerful for cost — most requests never need the expensive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session's payoff: a real engineering trade-off decided with data. The deliverable — a recommendation backed by a three-column table — is exactly what a manager or client would ask for. No Git ceremony today; just commit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can now reason about production economics. Final content session tackles the risk that ships alongside every LLM feature: it can be attacked through its own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182880"/>
            <a:ext cx="45720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232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73DAC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Latency &amp; Model Choice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have a bill and a clock. Engineering them means managing both.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Mardi 29 septembre   ·   8h00–9h45   ·   1h45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—  Stefan Duprey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— plan &amp; goals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3D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between merge and rebase; use stash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about token cost &amp; latency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model for the task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reliability patterns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03720" y="1965960"/>
            <a:ext cx="4736592" cy="3886200"/>
          </a:xfrm>
          <a:prstGeom prst="roundRect">
            <a:avLst>
              <a:gd name="adj" fmla="val 211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7804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OF SHOW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95360" y="2651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05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merge vs rebase, stash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31638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0:20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316382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latency &amp; model choice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36758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0:55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367588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small vs frontier: quality vs cost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43342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1:40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433425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check-in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3DAC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Cost, Latency &amp; Model Choice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Sept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8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88752" y="502920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F056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588752" y="5029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81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HISTORY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vs rebase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395728"/>
            <a:ext cx="457200" cy="457200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3591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5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06324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true history intact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merge commit at the join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for shared / pushed branches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can get tangled over time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99632" y="210312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73952" y="2395728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73952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068312" y="23591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Rebase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519672" y="306324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Replays your commits on a new base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clean, linear history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to tidy up before a PR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rebase commits others already have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056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5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supporting workflow  ·  Cost, Latency &amp; Model Choice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Sept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 has a bill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per token, every call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tokens and output tokens both cost money. A verbose prompt run millions of times is a real budget line.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context is slow as well as pricey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grows with token count. Users feel a slow assistant even when the answer is perfect.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'better' prompt can be a worse product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tweak doubles cost or latency for a tiny quality gain, it may not be worth shipping.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383280"/>
          </a:xfrm>
          <a:prstGeom prst="roundRect">
            <a:avLst>
              <a:gd name="adj" fmla="val 2432"/>
            </a:avLst>
          </a:prstGeom>
          <a:solidFill>
            <a:srgbClr val="24283B"/>
          </a:solidFill>
          <a:ln w="15875">
            <a:solidFill>
              <a:srgbClr val="73DA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MINDSET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60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quality per token, not quality at any cost. Put price and latency next to the score in your eval.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3DAC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Cost, Latency &amp; Model Choice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Sept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cost &amp; latency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✂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prompts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boilerplate and redundant examples — then re-run the eval to confirm quality held. Fewer tokens, lower cost and latency.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⧉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17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 cached prompt prefix or prior results for repeated context. Big savings when many calls share the same setup.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≡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requests and run them asynchronously to raise throughput when you have many to process.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5029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tokens to the user so they see output immediately. Same total time, far better perceived latency.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3DAC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Cost, Latency &amp; Model Choice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Sept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CHOICE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vs frontier model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457200" cy="457200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3591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3D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/ local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fast, private, runs offline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classification &amp; extraction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more few-shot and structure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hard, open-ended reasoning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9632" y="210312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2395728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3952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68312" y="23591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/ hosted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6324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reasoning out of the box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open-ended, multi-step work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and slower per call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leaves the machine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3DAC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Cost, Latency &amp; Model Choice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Sept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TECHNIQUE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the context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history, don't resend it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multi-turn apps, replace old turns with a running summary instead of pasting the whole transcript every call.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fewer, better chunks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back to S5: tighter retrieval means less context, lower cost, and often better answers.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examples the eval says you don't need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few-shot example costs tokens on every call. Keep only the ones that actually move the score.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383280"/>
          </a:xfrm>
          <a:prstGeom prst="roundRect">
            <a:avLst>
              <a:gd name="adj" fmla="val 2432"/>
            </a:avLst>
          </a:prstGeom>
          <a:solidFill>
            <a:srgbClr val="24283B"/>
          </a:solidFill>
          <a:ln w="15875">
            <a:solidFill>
              <a:srgbClr val="73DA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60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token you remove is cheaper and faster — then re-run the eval to confirm the quality actually held.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3DAC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Cost, Latency &amp; Model Choice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Sept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ROBUSTNESS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patterns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with backoff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API failures happen. Retry sensibly instead of crashing the user's request.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back to a bigger model only when needed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cheap model first; escalate to the expensive one only when the cheap one fails a check.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structure; repair or reject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raw output. Validate against the schema (S4) and handle failure explicitly.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temperature 0 for repeatability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need the same input to give the same output, remove the randomness.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383280"/>
          </a:xfrm>
          <a:prstGeom prst="roundRect">
            <a:avLst>
              <a:gd name="adj" fmla="val 2432"/>
            </a:avLst>
          </a:prstGeom>
          <a:solidFill>
            <a:srgbClr val="24283B"/>
          </a:solidFill>
          <a:ln w="15875">
            <a:solidFill>
              <a:srgbClr val="73DA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60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that's cheap, fast and reliable beats one that's occasionally brilliant and often broken.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3DAC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Cost, Latency &amp; Model Choice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Sept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Quality vs cost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73DAC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+ HOSTED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5727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prompt-engineering-course/07_cost_latency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7040880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957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one task on a small local model and a frontier model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tokens, latency and eval score for each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the prompt, then re-measure all three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a model + prompt for this task, with the numbers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18120" y="2194560"/>
            <a:ext cx="3822192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5875">
            <a:solidFill>
              <a:srgbClr val="73DA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0" y="2468880"/>
            <a:ext cx="457200" cy="457200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2487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31546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table of quality vs cost vs latency across two models, and a justified recommendation committed to the repo.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3DAC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Cost, Latency &amp; Model Choice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Sept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Session 7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1488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cost tokens, money and time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10896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cost with shorter prompts, caching, batching, streaming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0690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model size to the task — small often wins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0292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price and latency beside quality in your eval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0" y="2194560"/>
            <a:ext cx="4325112" cy="3566160"/>
          </a:xfrm>
          <a:prstGeom prst="roundRect">
            <a:avLst>
              <a:gd name="adj" fmla="val 230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SESSION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28346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3D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security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39776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(direct and via documents), jailbreaks, data exfiltration, and building guardrails.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3DAC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Cost, Latency &amp; Model Choice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Sept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&amp; Context Engineering — Session 7</dc:title>
  <dc:subject>PptxGenJS Presentation</dc:subject>
  <dc:creator>Stefan Duprey</dc:creator>
  <cp:lastModifiedBy>Stefan Duprey</cp:lastModifiedBy>
  <cp:revision>1</cp:revision>
  <dcterms:created xsi:type="dcterms:W3CDTF">2026-09-07T10:15:35Z</dcterms:created>
  <dcterms:modified xsi:type="dcterms:W3CDTF">2026-09-07T10:15:35Z</dcterms:modified>
</cp:coreProperties>
</file>