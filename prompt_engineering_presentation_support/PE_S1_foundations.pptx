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Foundations: LLMs &amp; the Anatomy of a Prompt — Mardi 15 septembre, 8h00–9h50 (1h50).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0 — Setup &amp; first prompts — prompt-engineering-course/01_foundations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LLMs &amp; the Anatomy of a Prompt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language model produces text — and how a prompt steers it.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Mardi 15 septembre   ·   8h00–9h50   ·   1h50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Git + PE kickoff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Git: init, add, commit, and read history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an LLM generates text, token by token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parts of a good prompt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repo and run a local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+ course map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163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foundations + hands-on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6758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mental model &amp; prompt anatomy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334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1:35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3342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— setup, commit, first prompts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course is going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S1–S2. Mental model, techniques, task patterns.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S3–S4. Evaluation, reasoning, structured output.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S5–S6. Retrieval, tools &amp; memory as context.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S7–S9. Cost, safety, capstone.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 control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of your work you can return to anytime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net — experiment without fear of breaking things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let you try ideas in isolation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every team collaboration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GIT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version-control system: every clone is a full copy of the whole history.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THE LOOP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Git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files in your working directory.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— choose exactly what goes into the next snapshot.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"..." — save the snapshot with a message.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meaningful commits beat one giant one.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INSPECT &amp; IGNORE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changed — and hide what shouldn't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— what's staged, modified, untracked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— the history at a glance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— the exact lines that changed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— keep secrets and junk out of the repo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report.md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"draft summary"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.ipynb_checkpoints/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MENTAL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next-token predictor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your text and predicts the most likely next token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it, then repeats — one token at a time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lookup, no memory between calls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it uses for your task is in the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IDEA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the model's entire working memory. If it isn't in context, the model can't use it.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split into tokens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see tokens, not characters or words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characters / ¾ of a word in English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per token; the context window is counted in tokens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splits explain spelling &amp; counting mistakes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string ...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 engineering"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becomes tokens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["Prom", "pt", " engineering"]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= context_window - prompt_tokens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DECODING KNOBS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turn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focused &amp; repeatable. Higher = more random.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from the smallest set of tokens summing to 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response length — and cost.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that force generation to end.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token budget for prompt + response combined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competes: instructions, examples, data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 the middle can get 'lost' (more in S5)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context = slower and pricier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key instruction first or last, not buried in the middle.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MODE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models hallucinate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optimizes for plausible, not for true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grounding it fills gaps with confident guesses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facts, math and citations are high-risk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ground in sources, allow 'I don't know', verify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(S5) and evaluation (S3) are how we fight this systematically.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has a role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rules and format — the standing instructions.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request plus any input or data.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reply — and prior replies when you send history.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task, two prompts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this."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audience, length, or format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handling of missing info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varies every run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9632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95728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"You are an editor."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+ 3 bullets + max 60 words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non-technical manager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unclear, ask one question."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— Setup &amp; first prompts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prompt-engineering-course/01_foundations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&amp; clone the repo; create a virtual environment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Ollama; ollama pull llama3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+ commit your setup with a clear message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tokenization notebook; try temperature 0 vs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local setup with a first commit on your fork, and one prompt run at two temperatures.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predicts one token at a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the model's whole working memory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knobs trade focus for creativity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prompts set role, task, input and format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task patterns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Zero/few-shot, roles, structure — and how prompts differ by task: classification, extraction, summarization.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1</dc:title>
  <dc:subject>PptxGenJS Presentation</dc:subject>
  <dc:creator>Stefan Duprey</dc:creator>
  <cp:lastModifiedBy>Stefan Duprey</cp:lastModifiedBy>
  <cp:revision>1</cp:revision>
  <dcterms:created xsi:type="dcterms:W3CDTF">2026-09-07T08:08:02Z</dcterms:created>
  <dcterms:modified xsi:type="dcterms:W3CDTF">2026-09-07T08:08:02Z</dcterms:modified>
</cp:coreProperties>
</file>