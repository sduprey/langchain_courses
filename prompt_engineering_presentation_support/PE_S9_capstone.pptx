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Presentations &amp; The Future — Jeudi 1er octobre, 11h30–13h15 (1h45).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Presentations &amp; The Future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built, how you measured it — and where the field goes next.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Jeudi 1er octobre   ·   11h30–13h15   ·   1h45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format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(3 min)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and a short demo.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(2 min)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prompts and the iterations that mattered.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(2 min)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eval set, scores, and the judge you used.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+ Q&amp;A (3 min)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modes, one safety concern, questions.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The Future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SHIP 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your project through Git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every feature branch via reviewed pull requests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release (v1.0) as your submission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history tells your project's story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real teams ship software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runs your tests automatically on every push — the natural sequel to this course.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The Future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graded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✎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structure, evidence of iteration.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eval set, a judge, and reported numbers.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demonstrated risk and its mitigation.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Git history, a demo, a clear reflection.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The Future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 REVIEW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good feedback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worked and why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 specific prompt or eval choice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one concrete improvement, not ten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the artifact, never the person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each team with one thing they're excited to try next.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The Future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cheat sheet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task, audience, constraints — leave no room to guess.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context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window beats exact wording.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output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 schema; validate and repair.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set, one change at a time, cost beside quality.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The Future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field is going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prompt optimization (e.g. DSPy) — let data tune prompts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over prompt-wording tricks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autonomous agents — and tighter guardrails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safety become the hard, durable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PARTING THOUGHT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will keep changing. A clear spec, curated context and an eval set will keep working.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The Future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031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THAT'S A WRAP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go build.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 &amp; syllabus: your prompt-engineering-course fork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guides: OpenAI &amp; Anthropic prompt-engineering docs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systems: the LangChain/LangGraph companion course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wire your eval set into CI so tests run on every push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S9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Capstone Presentations &amp; The Future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9</dc:title>
  <dc:subject>PptxGenJS Presentation</dc:subject>
  <dc:creator>Stefan Duprey</dc:creator>
  <cp:lastModifiedBy>Stefan Duprey</cp:lastModifiedBy>
  <cp:revision>1</cp:revision>
  <dcterms:created xsi:type="dcterms:W3CDTF">2026-09-07T08:06:32Z</dcterms:created>
  <dcterms:modified xsi:type="dcterms:W3CDTF">2026-09-07T08:06:32Z</dcterms:modified>
</cp:coreProperties>
</file>