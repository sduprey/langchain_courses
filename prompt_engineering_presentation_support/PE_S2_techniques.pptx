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Core Techniques &amp; Task Patterns — Mercredi 16 septembre, 8h00–9h40 (1h40).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Lab: Lab — Fix prompts &amp; build a classifier — prompt-engineering-course/02_techniques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0" y="182880"/>
            <a:ext cx="4572000" cy="6400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0" b="1" dirty="0">
                <a:solidFill>
                  <a:srgbClr val="2327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0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9ECE6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 2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65960"/>
            <a:ext cx="7680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Techniques &amp; Task Patterns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16052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everyday toolkit, and how prompting changes with the task.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212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Mercredi 16 septembre   ·   8h00–9h40   ·   1h40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623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—  Stefan Duprey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TODAY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— plan &amp; goals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6596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9EC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be able to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77440"/>
            <a:ext cx="5852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Branch, merge, and resolve a conflict in Git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zero/few-shot, role &amp; structure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prompt patterns to task types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and fix weak prompts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903720" y="1965960"/>
            <a:ext cx="4736592" cy="3886200"/>
          </a:xfrm>
          <a:prstGeom prst="roundRect">
            <a:avLst>
              <a:gd name="adj" fmla="val 2118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78040" y="21945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OF SHOW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178040" y="2651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056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0:00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595360" y="26517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— branching, merging, conflicts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178040" y="331012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0:55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595360" y="3310128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 &amp; task patterns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178040" y="382219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1:25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595360" y="3822192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— fix prompts, build a classifier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9ECE6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S2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Core Techniques &amp; Task Patterns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Sept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056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· BRANCHING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Branching &amp; merging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30352" cy="530352"/>
          </a:xfrm>
          <a:prstGeom prst="ellipse">
            <a:avLst/>
          </a:prstGeom>
          <a:solidFill>
            <a:srgbClr val="F0562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1031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208483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468880"/>
            <a:ext cx="10424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switch -c feature — isolate your work from main.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163824"/>
            <a:ext cx="530352" cy="530352"/>
          </a:xfrm>
          <a:prstGeom prst="ellipse">
            <a:avLst/>
          </a:prstGeom>
          <a:solidFill>
            <a:srgbClr val="F0562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16382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145536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529584"/>
            <a:ext cx="10424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freely on the branch; main stays clean.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224528"/>
            <a:ext cx="530352" cy="530352"/>
          </a:xfrm>
          <a:prstGeom prst="ellipse">
            <a:avLst/>
          </a:prstGeom>
          <a:solidFill>
            <a:srgbClr val="F0562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2245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42062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4590288"/>
            <a:ext cx="10424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merge — bring the finished work back into main.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5285232"/>
            <a:ext cx="530352" cy="530352"/>
          </a:xfrm>
          <a:prstGeom prst="ellipse">
            <a:avLst/>
          </a:prstGeom>
          <a:solidFill>
            <a:srgbClr val="F0562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2852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5266944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5650992"/>
            <a:ext cx="10424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the branch once it's merged.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9ECE6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S2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Core Techniques &amp; Task Patterns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Sept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056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· CONFLICTS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Resolving a merge conflict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03120"/>
            <a:ext cx="47091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Conflicts happen when two branches change the same lines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marks the clash directly in the file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decide the correct result and remove the markers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stage and commit the resolution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532120" y="2057400"/>
            <a:ext cx="6108192" cy="3794760"/>
          </a:xfrm>
          <a:prstGeom prst="roundRect">
            <a:avLst>
              <a:gd name="adj" fmla="val 1446"/>
            </a:avLst>
          </a:prstGeom>
          <a:solidFill>
            <a:srgbClr val="16161E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760720" y="2194560"/>
            <a:ext cx="5650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conflict markers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788152" y="2560320"/>
            <a:ext cx="559612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776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&lt;&lt;&lt;&lt;&lt;&lt;&lt; HEAD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temperature = 0.0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temperature = 0.7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776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&gt;&gt;&gt;&gt;&gt;&gt;&gt; feature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edit to the right value, then: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056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config.py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056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9ECE6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Core Techniques &amp; Task Patterns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Sept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levers you control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395728"/>
            <a:ext cx="548640" cy="548640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395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35915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1752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what to do, for whom, to what standard.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45352" y="210312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19672" y="2395728"/>
            <a:ext cx="548640" cy="548640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19672" y="2395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7205472" y="235915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519672" y="301752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pattern instead of describing it.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407408"/>
            <a:ext cx="548640" cy="548640"/>
          </a:xfrm>
          <a:prstGeom prst="ellipse">
            <a:avLst/>
          </a:prstGeom>
          <a:solidFill>
            <a:srgbClr val="FF9E6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407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37083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0292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expertise and tone with a persona.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45352" y="411480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19672" y="4407408"/>
            <a:ext cx="548640" cy="548640"/>
          </a:xfrm>
          <a:prstGeom prst="ellipse">
            <a:avLst/>
          </a:prstGeom>
          <a:solidFill>
            <a:srgbClr val="7DCF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19672" y="4407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7205472" y="437083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519672" y="50292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 the shape — length, schema, style.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9ECE6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S2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Core Techniques &amp; Task Patterns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Sept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TECHNIQUE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Zero-shot: just ask well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03120"/>
            <a:ext cx="47091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examples — rely on a precise instruction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when the task is common and unambiguous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specific about audience, length, format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default; add examples only when it falls short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532120" y="2057400"/>
            <a:ext cx="6108192" cy="3794760"/>
          </a:xfrm>
          <a:prstGeom prst="roundRect">
            <a:avLst>
              <a:gd name="adj" fmla="val 1446"/>
            </a:avLst>
          </a:prstGeom>
          <a:solidFill>
            <a:srgbClr val="16161E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760720" y="2194560"/>
            <a:ext cx="5650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zero-shot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788152" y="2560320"/>
            <a:ext cx="559612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BB9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System: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You are a support triage bot.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BB9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User: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Classify the ticket as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billing, bug, or other.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Reply with one lowercase word.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Ticket: "App crashes on export."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9ECE6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Core Techniques &amp; Task Patterns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Sept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TECHNIQUE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Few-shot: show the pattern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03120"/>
            <a:ext cx="47091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2–5 input → output examples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 fix the label space and the format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and consistency matter more than volume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for small local models that drift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532120" y="2057400"/>
            <a:ext cx="6108192" cy="3794760"/>
          </a:xfrm>
          <a:prstGeom prst="roundRect">
            <a:avLst>
              <a:gd name="adj" fmla="val 1446"/>
            </a:avLst>
          </a:prstGeom>
          <a:solidFill>
            <a:srgbClr val="16161E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760720" y="2194560"/>
            <a:ext cx="5650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few-shot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788152" y="2560320"/>
            <a:ext cx="559612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"Refund took weeks"  -&gt; 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billing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"Button does nothing" -&gt; 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bug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"Love the new UI"    -&gt; 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other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"Charged twice"      -&gt; 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9ECE6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Core Techniques &amp; Task Patterns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Sept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TECHNIQUE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&amp; structure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57400"/>
            <a:ext cx="61264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persona shifts vocabulary, depth and default rigor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Delimiters fence input so it isn't read as instructions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sections: Context, Task, Constraints, Output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with the key instruction — the start is weighted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995160" y="2148840"/>
            <a:ext cx="4645152" cy="3291840"/>
          </a:xfrm>
          <a:prstGeom prst="roundRect">
            <a:avLst>
              <a:gd name="adj" fmla="val 2500"/>
            </a:avLst>
          </a:prstGeom>
          <a:solidFill>
            <a:srgbClr val="24283B"/>
          </a:solidFill>
          <a:ln w="15875">
            <a:solidFill>
              <a:srgbClr val="9ECE6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69480" y="2423160"/>
            <a:ext cx="457200" cy="457200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18120" y="24505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WATCH OUT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269480" y="3108960"/>
            <a:ext cx="4114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role changes style reliably; it does not add knowledge the model lacks.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9ECE6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Core Techniques &amp; Task Patterns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Sept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PATTERNS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differ by task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395728"/>
            <a:ext cx="548640" cy="548640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395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35915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1752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label set, one-word output, few-shot examples.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45352" y="210312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19672" y="2395728"/>
            <a:ext cx="548640" cy="548640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19672" y="2395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⇲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7205472" y="235915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519672" y="301752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fields into a schema; delimit the source text.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407408"/>
            <a:ext cx="548640" cy="548640"/>
          </a:xfrm>
          <a:prstGeom prst="ellipse">
            <a:avLst/>
          </a:prstGeom>
          <a:solidFill>
            <a:srgbClr val="FF9E6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407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¶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37083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Summarization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0292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Audience, length, and what to keep vs. drop.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45352" y="411480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19672" y="4407408"/>
            <a:ext cx="548640" cy="548640"/>
          </a:xfrm>
          <a:prstGeom prst="ellipse">
            <a:avLst/>
          </a:prstGeom>
          <a:solidFill>
            <a:srgbClr val="7DCF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19672" y="4407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✎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7205472" y="437083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519672" y="50292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Style, constraints, and an example of 'good'.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9ECE6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S2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Core Techniques &amp; Task Patterns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Sept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DIAGNOSIS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failure modes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57400"/>
            <a:ext cx="61264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Ambiguity → the model guesses the wrong intent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drift → prose when you needed JSON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Over-stuffed context → the key line gets lost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Leaked instructions → input mistaken for a command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995160" y="2148840"/>
            <a:ext cx="4645152" cy="3291840"/>
          </a:xfrm>
          <a:prstGeom prst="roundRect">
            <a:avLst>
              <a:gd name="adj" fmla="val 2500"/>
            </a:avLst>
          </a:prstGeom>
          <a:solidFill>
            <a:srgbClr val="24283B"/>
          </a:solidFill>
          <a:ln w="15875">
            <a:solidFill>
              <a:srgbClr val="9ECE6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69480" y="2423160"/>
            <a:ext cx="457200" cy="457200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18120" y="24505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 FIX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269480" y="3108960"/>
            <a:ext cx="4114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bad outputs are under-specified prompts, not weak models. Tighten the ask first.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9ECE6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Core Techniques &amp; Task Patterns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Sept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HANDS-ON LAB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— Fix prompts &amp; build a classifier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9ECE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 · OLLAMA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108960" y="157276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prompt-engineering-course/02_techniques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7040880" cy="3657600"/>
          </a:xfrm>
          <a:prstGeom prst="roundRect">
            <a:avLst>
              <a:gd name="adj" fmla="val 2250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3957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788920"/>
            <a:ext cx="6400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Branch, then rewrite three weak prompts to spec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few-shot classifier for a small label set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/ remove examples and watch behaviour change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each version with a message saying what changed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818120" y="2194560"/>
            <a:ext cx="3822192" cy="3657600"/>
          </a:xfrm>
          <a:prstGeom prst="roundRect">
            <a:avLst>
              <a:gd name="adj" fmla="val 2250"/>
            </a:avLst>
          </a:prstGeom>
          <a:solidFill>
            <a:srgbClr val="24283B"/>
          </a:solidFill>
          <a:ln w="15875">
            <a:solidFill>
              <a:srgbClr val="9ECE6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92440" y="2468880"/>
            <a:ext cx="457200" cy="457200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09244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0" y="248716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DELIVERABLE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092440" y="3154680"/>
            <a:ext cx="3291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before/after prompt set and a working classifier, committed step by step so the history shows your iteration.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9ECE6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S2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Core Techniques &amp; Task Patterns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Sept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WRAP-UP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— Session 2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457200" cy="457200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14884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Instruction, examples, role, format are your levers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154680"/>
            <a:ext cx="457200" cy="457200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310896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fixes format and label space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4114800"/>
            <a:ext cx="457200" cy="457200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406908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task types want different prompt shapes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5074920"/>
            <a:ext cx="457200" cy="457200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5074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502920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Tighten the ask before blaming the model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15200" y="2194560"/>
            <a:ext cx="4325112" cy="3566160"/>
          </a:xfrm>
          <a:prstGeom prst="roundRect">
            <a:avLst>
              <a:gd name="adj" fmla="val 2308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89520" y="2423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 SESSION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589520" y="283464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9EC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iteration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7589520" y="3977640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pivot: turn prompting from vibes into engineering by measuring. Eval sets, LLM-as-judge, prompt sensitivity.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9ECE6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S2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Core Techniques &amp; Task Patterns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Sept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 + Prompt Engineering — Session 2</dc:title>
  <dc:subject>PptxGenJS Presentation</dc:subject>
  <dc:creator>Stefan Duprey</dc:creator>
  <cp:lastModifiedBy>Stefan Duprey</cp:lastModifiedBy>
  <cp:revision>1</cp:revision>
  <dcterms:created xsi:type="dcterms:W3CDTF">2026-09-07T08:08:02Z</dcterms:created>
  <dcterms:modified xsi:type="dcterms:W3CDTF">2026-09-07T08:08:02Z</dcterms:modified>
</cp:coreProperties>
</file>