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Engineering I — Retrieval — Mercredi 23 septembre, 8h00–9h30 (1h30).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Grounded, measured RAG — prompt-engineering-course/05_context_engineering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 — Retrieval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shifted from wording prompts to engineering what fills the window.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Mercredi 23 septembre   ·   8h00–9h30   ·   1h30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Git (.gitignore, .env)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prompting as context engineering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with retrieval + citation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context rot / lost-in-the-middle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secrets &amp; .gitignore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engineering: retrieval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6758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grounded, measured RAG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 — Retrieval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SECRETS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Git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live in .env — never in your code or notebooks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.env to .gitignore BEFORE your first commit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pushed to GitHub is compromised — rotate it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secrets at runtime from the environment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safe pattern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*.key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at runtime, not in code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os.environ[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"OPENAI_API_KEY"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 — Retrieval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REFRAME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context engineering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only part of what fills the window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docs, examples, history and tools all compete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skill: decide what goes in, and in what order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"Context engineering" is today's name for the craft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F9E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polishing sentences; start curating context. What's in the window matters more than exact wording.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 — Retrieval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PATTERN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as context assembly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split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documents into passages of a few hundred tokens.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store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chunks; index for similarity search.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question; fetch the top-k relevant chunks.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chunks + question into the prompt — carefully.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 — Retrieval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 search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map text to vectors; similar meaning → close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nearest-neighbour search over those vectors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and overlap strongly affect quality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 (nomic-embed-text) keep it offline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F9E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in retrieved text is the main practical cure for hallucination.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 — Retrieval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PROMPT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Grounding, citation, refusal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Instruct: answer only from the context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citations to the retrieved chunks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permit "I don't know"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refusal clause is the anti-hallucination lever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 QA prompt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using ONLY the context.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 sources as [1], [2].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isn't there, say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don't know."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{chunks}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 — Retrieval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CATCH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 &amp; lost-in-the-middle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is not always better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attend least to the middle of long inputs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chunks actively distract the model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put the strongest evidence at the edges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F9E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is an eval problem too — score grounding and refusal, don't eyeball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 — Retrieval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failure modes &amp; fixes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chunks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size &amp; overlap; split on structure, not length.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retrieval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or hybrid keyword + vector search.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✎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context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the grounding rule; place context near the question.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◎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citations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chunks and require inline references.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 — Retrieval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Grounded, measured RAG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prompt-engineering-course/05_context_engineering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keep API keys in .env, never commit them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 document set with local embeddings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grounded, citation-requiring, refusable prompt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grounding + refusal on a small eval set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FF9E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 RAG notebook that cites sources, refuses when the answer is absent, and reports a grounding score.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 — Retrieval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5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really context engineering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 citation + refusal fight hallucination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can hurt — mind context rot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retrieval quality; don't eyeball 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II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memory are context too. Tool schemas as prompts, memory as curated context, prompting inside agents.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 — Retrieval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5</dc:title>
  <dc:subject>PptxGenJS Presentation</dc:subject>
  <dc:creator>Stefan Duprey</dc:creator>
  <cp:lastModifiedBy>Stefan Duprey</cp:lastModifiedBy>
  <cp:revision>1</cp:revision>
  <dcterms:created xsi:type="dcterms:W3CDTF">2026-09-07T08:08:02Z</dcterms:created>
  <dcterms:modified xsi:type="dcterms:W3CDTF">2026-09-07T08:08:02Z</dcterms:modified>
</cp:coreProperties>
</file>