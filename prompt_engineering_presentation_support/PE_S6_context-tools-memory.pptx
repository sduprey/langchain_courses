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 Engineering II — Tools &amp; Memory — Jeudi 24 septembre, 11h00–13h30 (2h30).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Lab: Lab — Tools &amp; their descriptions — prompt-engineering-course/06_tools_memory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0" y="182880"/>
            <a:ext cx="45720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0" b="1" dirty="0">
                <a:solidFill>
                  <a:srgbClr val="2327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0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F7768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II — Tools &amp; Memory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605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model can act on or recall is context you design. Plus: the capstone.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212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Jeudi 24 septembre   ·   11h00–13h30   ·   2h30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623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—  Stefan Duprey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REFRAME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memory are context too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the model can call is context: it shapes choices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is context you chose to persist and re-inject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live or die by how you describe them in the prompt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them like prompts, not like plumbing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291840"/>
          </a:xfrm>
          <a:prstGeom prst="roundRect">
            <a:avLst>
              <a:gd name="adj" fmla="val 2500"/>
            </a:avLst>
          </a:prstGeom>
          <a:solidFill>
            <a:srgbClr val="24283B"/>
          </a:solidFill>
          <a:ln w="15875">
            <a:solidFill>
              <a:srgbClr val="F7768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lesson as S5: the win is deciding what enters the window, and how it's phrased.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7768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S6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Context Engineering II — Tools &amp; Memory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Sept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· COLLABORATION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 &amp; code review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0352" cy="530352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0848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 branch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468880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your feature branch to the remote / your fork.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163824"/>
            <a:ext cx="530352" cy="530352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163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4553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PR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529584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what changed and why; link the task.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224528"/>
            <a:ext cx="530352" cy="530352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2245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2062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590288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Teammates comment, request changes, approve.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285232"/>
            <a:ext cx="530352" cy="530352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2852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266944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650992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Squash or merge once approved — main stays healthy.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7768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S6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Context Engineering II — Tools &amp; Memory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Sept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· THE CAPSTONE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Collaborating on the capstone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teams around one shared repository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 works on their own branch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through pull requests — never email files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each other's prompts and code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291840"/>
          </a:xfrm>
          <a:prstGeom prst="roundRect">
            <a:avLst>
              <a:gd name="adj" fmla="val 2500"/>
            </a:avLst>
          </a:prstGeom>
          <a:solidFill>
            <a:srgbClr val="24283B"/>
          </a:solidFill>
          <a:ln w="15875">
            <a:solidFill>
              <a:srgbClr val="F05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UP NOW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team repo today. You'll deliver the whole capstone through it.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7768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S6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Context Engineering II — Tools &amp; Memory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Sept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schema is a prompt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4709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description and typed parameters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chooses &amp; fills args from this text alone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description → wrong tool, wrong arguments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when to use it, and when NOT to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32120" y="2057400"/>
            <a:ext cx="6108192" cy="3794760"/>
          </a:xfrm>
          <a:prstGeom prst="roundRect">
            <a:avLst>
              <a:gd name="adj" fmla="val 1446"/>
            </a:avLst>
          </a:prstGeom>
          <a:solidFill>
            <a:srgbClr val="16161E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60720" y="2194560"/>
            <a:ext cx="5650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 definition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788152" y="2560320"/>
            <a:ext cx="5596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"get_weather",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"description"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"Current weather for a city",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"parameters"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city: string (required) }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7768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S6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Context Engineering II — Tools &amp; Memory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Sept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MECHANICS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tool-calling loop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0352" cy="530352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0848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proposes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468880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structured call: tool + arguments.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163824"/>
            <a:ext cx="530352" cy="530352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163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4553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execute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529584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args, run the function, capture output.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224528"/>
            <a:ext cx="530352" cy="530352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2245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2062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result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590288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the result back into the context.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285232"/>
            <a:ext cx="530352" cy="530352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2852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266944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650992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uses it to answer or call another tool.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7768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S6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Context Engineering II — Tools &amp; Memory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Sept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descriptions ARE prompts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only knows a tool from its name + description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tool use = editing the description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argument hints and one example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tool-selection accuracy on an eval set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291840"/>
          </a:xfrm>
          <a:prstGeom prst="roundRect">
            <a:avLst>
              <a:gd name="adj" fmla="val 2500"/>
            </a:avLst>
          </a:prstGeom>
          <a:solidFill>
            <a:srgbClr val="24283B"/>
          </a:solidFill>
          <a:ln w="15875">
            <a:solidFill>
              <a:srgbClr val="F7768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agent picks the wrong tool, fix the words, not the wiring.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7768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S6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Context Engineering II — Tools &amp; Memory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Sept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as curated context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95728"/>
            <a:ext cx="548640" cy="548640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◧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facts. 'Prefers metric units.'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5352" y="21031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2395728"/>
            <a:ext cx="548640" cy="54864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9672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◷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of past interactions.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407408"/>
            <a:ext cx="548640" cy="548640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⚙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How-to routines the agent follows.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45352" y="41148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9672" y="4407408"/>
            <a:ext cx="548640" cy="54864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9672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19672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durable, retrieve relevant. Stale memory hurts.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7768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Context Engineering II — Tools &amp; Memory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Sept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inside an agent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prompt sets the goal and the limits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descriptions decide which tool it picks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clutter is context clutter — keep it lean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prompt edits reshape the whole trajectory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291840"/>
          </a:xfrm>
          <a:prstGeom prst="roundRect">
            <a:avLst>
              <a:gd name="adj" fmla="val 2500"/>
            </a:avLst>
          </a:prstGeom>
          <a:solidFill>
            <a:srgbClr val="24283B"/>
          </a:solidFill>
          <a:ln w="15875">
            <a:solidFill>
              <a:srgbClr val="F7768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TAKEAWAY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agent misbehaviour is a prompt/description problem, not a code problem.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7768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S6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Context Engineering II — Tools &amp; Memory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Sept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— Tools &amp; their descriptions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F7768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HOSTED · OPENAI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15727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prompt-engineering-course/06_tools_memory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7040880" cy="3657600"/>
          </a:xfrm>
          <a:prstGeom prst="roundRect">
            <a:avLst>
              <a:gd name="adj" fmla="val 2250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3957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788920"/>
            <a:ext cx="6400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tool with a typed schema and a good description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model to call it; handle the result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description on purpose; watch tool choice fail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tool-selection accuracy before &amp; after the fix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818120" y="2194560"/>
            <a:ext cx="3822192" cy="3657600"/>
          </a:xfrm>
          <a:prstGeom prst="roundRect">
            <a:avLst>
              <a:gd name="adj" fmla="val 2250"/>
            </a:avLst>
          </a:prstGeom>
          <a:solidFill>
            <a:srgbClr val="24283B"/>
          </a:solidFill>
          <a:ln w="15875">
            <a:solidFill>
              <a:srgbClr val="F7768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92440" y="2468880"/>
            <a:ext cx="457200" cy="457200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924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0" y="24871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315468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tool call plus a measured example of how a better description improved tool-selection accuracy.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7768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S6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Context Engineering II — Tools &amp; Memory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Sept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ASSESSMENT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brief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0352" cy="530352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0848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468880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prompt-driven app: RAG bot, extractor, or agent.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163824"/>
            <a:ext cx="530352" cy="530352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163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4553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prompts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529584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your prompts and the iterations that mattered.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224528"/>
            <a:ext cx="530352" cy="530352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2245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2062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590288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eval set + a judge + one injection test.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285232"/>
            <a:ext cx="530352" cy="530352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2852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266944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650992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repo, PRs, tagged release. Present Session 9.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7768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S6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Context Engineering II — Tools &amp; Memory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Sept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— Session 6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1488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memory are context you design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10896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description is a prompt — measure its effect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457200" cy="457200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06908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is curated context: write durable, retrieve relevant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074920"/>
            <a:ext cx="457200" cy="457200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02920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 agents through prompts, not plumbing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0" y="2194560"/>
            <a:ext cx="4325112" cy="3566160"/>
          </a:xfrm>
          <a:prstGeom prst="roundRect">
            <a:avLst>
              <a:gd name="adj" fmla="val 2308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SESSION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28346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77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latency &amp; model choice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397764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have a bill. Token economics, caching, and picking the right-sized model for the job.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7768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S6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Context Engineering II — Tools &amp; Memory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Sept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+ Prompt Engineering — Session 6</dc:title>
  <dc:subject>PptxGenJS Presentation</dc:subject>
  <dc:creator>Stefan Duprey</dc:creator>
  <cp:lastModifiedBy>Stefan Duprey</cp:lastModifiedBy>
  <cp:revision>1</cp:revision>
  <dcterms:created xsi:type="dcterms:W3CDTF">2026-09-07T08:06:32Z</dcterms:created>
  <dcterms:modified xsi:type="dcterms:W3CDTF">2026-09-07T08:06:32Z</dcterms:modified>
</cp:coreProperties>
</file>