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&amp; Iteration — The Pivot — Vendredi 18 septembre, 8h00–10h30 (2h30).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Build an eval harness — prompt-engineering-course/03_evaluation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Iteration — The Pivot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prompting from vibes into engineering: measure, judge, and catch regressions.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Vendredi 18 septembre   ·   8h00–10h30   ·   2h30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— the pivot to measurement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remotes: clone, fork, push, pull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eval set and judge outputs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prompt sensitivity &amp; regressions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your eval through a pull request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63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16382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remotes, fork, GitHub flow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judging, sensitivity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480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lab — build an eval harness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REMOTES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Remotes &amp; GitHub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remote repository to your machine.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local commits up to the remote.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and merge everyone else's work.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name for your main remote.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THE GITHUB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pull-request workflow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fork is your own copy of a repo on GitHub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fork, branch, commit, and push to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to propose your changes back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you'll hand in every lab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fork the course repo and push your first prompt-engineering lab through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evaluation is the whole game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looks good" doesn't survive a prompt change or a model swap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measurement, iteration is just guessing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set turns opinions into numbers you can defend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separates engineering from prompt-fiddling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PIVOT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before this was technique. From here on, no prompt change ships without a number behind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eval 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cases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inputs — especially the ones that broke before.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answer, or a checkable criterion, per case.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score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prompt across all cases; record results.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over time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 every change to catch regressions.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model to grade another model's output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rubric and a strict output format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and faster than full human review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judge against human labels first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prompt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the answer 1-5 for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faithfulness to the context.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JSON: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int,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 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rubric in, structured score out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DISCIPLINE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versioning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 — pin behaviour with tests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for one case can silently break another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whole eval set before shipping a change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scoreboard of prompt versions over 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change ships without re-running the eval set. That sentence is the course.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UNCOMFORTABLE TRUTH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fragile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examples can flip the output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"Answer:" vs "answer:" can change parsing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Whitespace, punctuation and typos all matter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prompt varies run-to-run at temperature &gt; 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WHAT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sensitivity on purpose. A prompt that only works by luck will fail in production.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— measure — refine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prompt that could work; score it on the set.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example, a constraint, a reorder — never all at once.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eval set; compare the number, not your gut.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 revert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if it improved. Commit the winning version.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Build an eval harness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prompt-engineering-course/03_evaluation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repo; wrap your S2 classifier in the eval harness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15 labelled cases, including hard ones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 prompt change and record before/after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branch and open a pull request to hand 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runnable eval harness, a scored prompt change, and a PR whose description reports the numbers.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3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is what makes prompting engineering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sets + a judge turn opinions into numbers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evals to catch regressions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fragile — test sensitivity deliberately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structured outputs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models reason on purpose — then use your eval set to check whether the reasoning actually helped.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Evaluation &amp; Iteration — The Pivot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3</dc:title>
  <dc:subject>PptxGenJS Presentation</dc:subject>
  <dc:creator>Stefan Duprey</dc:creator>
  <cp:lastModifiedBy>Stefan Duprey</cp:lastModifiedBy>
  <cp:revision>1</cp:revision>
  <dcterms:created xsi:type="dcterms:W3CDTF">2026-09-07T08:08:02Z</dcterms:created>
  <dcterms:modified xsi:type="dcterms:W3CDTF">2026-09-07T08:08:02Z</dcterms:modified>
</cp:coreProperties>
</file>