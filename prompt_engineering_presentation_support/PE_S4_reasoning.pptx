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Reasoning &amp; Structured Outputs — Mardi 22 septembre, 10h45–12h30 (1h45).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Lab: Lab — Does reasoning actually help? — prompt-engineering-course/04_reasoning_structure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182880"/>
            <a:ext cx="4572000" cy="6400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0" b="1" dirty="0">
                <a:solidFill>
                  <a:srgbClr val="2327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6596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60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models reason on purpose — and return output your code can parse.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12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Mardi 22 septembre   ·   10h45–12h30   ·   1h45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—  Stefan Duprey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— plan &amp; goals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be able to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77440"/>
            <a:ext cx="5852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a branch-per-task Git workflow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CoT, decomposition &amp; self-consistency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&amp; validate structured JSON output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whether reasoning actually helps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903720" y="1965960"/>
            <a:ext cx="4736592" cy="3886200"/>
          </a:xfrm>
          <a:prstGeom prst="roundRect">
            <a:avLst>
              <a:gd name="adj" fmla="val 211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78040" y="2194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OF SHOW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651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595360" y="26517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branch per task, good commits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33101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595360" y="3310128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structured outputs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382219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1:00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595360" y="3822192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does CoT help? measure 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4480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1:40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0" y="448056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· WORKFLOW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task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branch for each exercise or feature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main always in a working state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small and often, in present tense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history is a gift to your future self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F056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F056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F056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 COMMIT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"Add windowed memory to chat chain" — says what and why. Not "stuff" or "fix".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ask a model to reason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6126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tasks fail when answered in one jump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intermediate steps raise accuracy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make errors visible and debuggable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more tokens, latency — measure the trade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995160" y="2148840"/>
            <a:ext cx="4645152" cy="3291840"/>
          </a:xfrm>
          <a:prstGeom prst="roundRect">
            <a:avLst>
              <a:gd name="adj" fmla="val 2500"/>
            </a:avLst>
          </a:prstGeom>
          <a:solidFill>
            <a:srgbClr val="24283B"/>
          </a:solidFill>
          <a:ln w="15875">
            <a:solidFill>
              <a:srgbClr val="7DC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69480" y="242316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18120" y="24505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PRINCIPLE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269480" y="3108960"/>
            <a:ext cx="4114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room to think before it commits — but only when the eval set shows it helps.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steps, then the final answer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gains on math, logic, multi-hop questions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final answer clearly delimited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models often reason without being asked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chain-of-thought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through it step by step,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 give the answer after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9ECE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"Answer:"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its own line.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steps are visible -&gt; checkable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TECHNIQUE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(least-to-most)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208483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68880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problem into ordered sub-questions.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63824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1638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3145536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in sequence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29584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each, feeding results forward.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245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20624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590288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sub-answers into the result.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85232"/>
            <a:ext cx="530352" cy="530352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52852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66944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650992"/>
            <a:ext cx="104241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steps are easier to get right — and to inspect.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MORE STRATEGIES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more reliably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39572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∑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several paths; take the majority answer.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45352" y="210312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2395728"/>
            <a:ext cx="548640" cy="548640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19672" y="2395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205472" y="23591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vs benefit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519672" y="3017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burns tokens — skip it for lookups.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407408"/>
            <a:ext cx="548640" cy="548640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◐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reasoning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internally, output only the conclusion.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45352" y="4114800"/>
            <a:ext cx="5394960" cy="1783080"/>
          </a:xfrm>
          <a:prstGeom prst="roundRect">
            <a:avLst>
              <a:gd name="adj" fmla="val 4615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19672" y="4407408"/>
            <a:ext cx="548640" cy="54864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19672" y="44074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205472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50292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check step against the constraints.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BRIDGE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ReAct: reason + act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Thought → Action → Observation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call tools (search, calculator, code)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feed the next thought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loop is the seed of an agent (S6)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trace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need today's FX rate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search("EUR USD")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Observation: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1.09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BB9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Thought: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now I can answer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F9E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about 1.09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&amp; repair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7091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JSON keys, types and allowed values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JSON mode / schema where supported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→ validate against a schema → repair on failure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regex prose — make the model emit structure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532120" y="2057400"/>
            <a:ext cx="6108192" cy="3794760"/>
          </a:xfrm>
          <a:prstGeom prst="roundRect">
            <a:avLst>
              <a:gd name="adj" fmla="val 1446"/>
            </a:avLst>
          </a:prstGeom>
          <a:solidFill>
            <a:srgbClr val="16161E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0" y="2194560"/>
            <a:ext cx="5650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schema + repair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788152" y="2560320"/>
            <a:ext cx="559612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ONLY JSON: {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str,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confidence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0.0-1.0 }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parse failure: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 the error back, ask for a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C0CA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 object, retry once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— Does reasoning actually help?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7744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· OLLAMA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572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prompt-engineering-course/04_reasoning_structure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7040880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3957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8892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from your eval harness (S3)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task with and without chain-of-thought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both on the same eval set</a:t>
            </a:r>
            <a:endParaRPr lang="en-US" sz="1500" dirty="0"/>
          </a:p>
          <a:p>
            <a:pPr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from the numbers — then commit the winner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18120" y="2194560"/>
            <a:ext cx="3822192" cy="3657600"/>
          </a:xfrm>
          <a:prstGeom prst="roundRect">
            <a:avLst>
              <a:gd name="adj" fmla="val 2250"/>
            </a:avLst>
          </a:prstGeom>
          <a:solidFill>
            <a:srgbClr val="24283B"/>
          </a:solidFill>
          <a:ln w="15875">
            <a:solidFill>
              <a:srgbClr val="7DC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92440" y="246888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924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24871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31546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measured comparison of CoT vs no-CoT on your eval set, with a one-line conclusion in the commit message.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7DC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— Session 4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214884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reasoning trades tokens for accuracy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108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and verification add reliability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06908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= schema + validate + repair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457200" cy="457200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02920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eval set decide whether reasoning helps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0" y="2194560"/>
            <a:ext cx="4325112" cy="3566160"/>
          </a:xfrm>
          <a:prstGeom prst="roundRect">
            <a:avLst>
              <a:gd name="adj" fmla="val 2308"/>
            </a:avLst>
          </a:prstGeom>
          <a:solidFill>
            <a:srgbClr val="24283B"/>
          </a:solidFill>
          <a:ln w="12700">
            <a:solidFill>
              <a:srgbClr val="2A2E4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565F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SESSION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28346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I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589520" y="3977640"/>
            <a:ext cx="3749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A9B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reframe: from wording to context. Retrieval as prompting, grounding, citation, and context rot.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21792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7DC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62179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625449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Prompt Engineering  ·  Reasoning &amp; Structured Outputs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897112" y="6254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Sept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+ Prompt Engineering — Session 4</dc:title>
  <dc:subject>PptxGenJS Presentation</dc:subject>
  <dc:creator>Stefan Duprey</dc:creator>
  <cp:lastModifiedBy>Stefan Duprey</cp:lastModifiedBy>
  <cp:revision>1</cp:revision>
  <dcterms:created xsi:type="dcterms:W3CDTF">2026-09-07T08:08:02Z</dcterms:created>
  <dcterms:modified xsi:type="dcterms:W3CDTF">2026-09-07T08:08:02Z</dcterms:modified>
</cp:coreProperties>
</file>