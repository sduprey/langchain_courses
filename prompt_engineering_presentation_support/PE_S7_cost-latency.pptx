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Cost, Latency &amp; Model Choice — Mardi 29 septembre, 8h00–9h45 (1h45).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Quality vs cost — prompt-engineering-course/07_cost_latency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&amp; Model Choice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have a bill and a clock. Engineering them means managing both.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29 septembre   ·   8h00–9h45   ·   1h45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has a bill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input and output token, on every call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and long answers cost real money at scale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grows with tokens — users feel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'better' prompt that doubles cost may not be better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MINDSET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per token, not quality at any cost. Put price next to the score in your eval.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Cost, Latency &amp; Model Choice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HISTORY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vs rebase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true history intact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merge commit at the join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shared / pushed branches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can get tangled over time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your commits on a new base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clean, linear history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to tidy up before a PR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rebase commits others already have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Cost, Latency &amp; Model Choice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cost &amp; latency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prompts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boilerplate &amp; redundant examples; measure the loss.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⧉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cached prefix / prior results for repeated context.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≡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requests; use async for throughput.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tokens so users see output sooner.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Cost, Latency &amp; Model Choice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CHOICE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vs frontier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local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fast, private, offline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classification &amp; extraction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few-shot &amp; structure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hard reasoning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/ hosted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 out of the box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open-ended, multi-step work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and slower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your machine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Cost, Latency &amp; Model Choice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context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old conversation instead of resending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fewer, better chunks (ties back to S5)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examples the eval set says you don't need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references over pasting whole documents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you remove is cheaper and faster — re-run the eval to confirm quality held.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Cost, Latency &amp; Model Choice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patterns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 on transient failures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a bigger model only when needed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structured output; repair or reject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temperature = 0 when you need repeatability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that's cheap, fast and reliable beats one that's occasionally brilliant.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Cost, Latency &amp; Model Choice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Quality vs cost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+ HOSTED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prompt-engineering-course/07_cost_latency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task on a small local model and a frontier model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tokens, latency and eval score for each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trimming the prompt; re-measure all three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model + prompt for this task, with numbers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table of quality vs cost vs latency across two models, and a justified recommendation committed to the repo.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Cost, Latency &amp; Model Choice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7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cost tokens, money and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cost with shorter prompts, caching, batching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 size to the task — small often wins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price and latency beside quality in your eval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(direct and via documents), jailbreaks, data exfiltration, and building guardrails.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Cost, Latency &amp; Model Choice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7</dc:title>
  <dc:subject>PptxGenJS Presentation</dc:subject>
  <dc:creator>Stefan Duprey</dc:creator>
  <cp:lastModifiedBy>Stefan Duprey</cp:lastModifiedBy>
  <cp:revision>1</cp:revision>
  <dcterms:created xsi:type="dcterms:W3CDTF">2026-09-07T08:06:32Z</dcterms:created>
  <dcterms:modified xsi:type="dcterms:W3CDTF">2026-09-07T08:06:32Z</dcterms:modified>
</cp:coreProperties>
</file>