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&amp; Function Calling — Jeudi 24 septembre, 11h00–13h30 (2h30).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Build and call tools — 03-Functions-Tools-and-Agents-with-LangChain/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Function Calling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model call your code — reliably. Plus: the capstone brief.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Jeudi 24 septembre   ·   11h00–13h30   ·   2h30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review pull requests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shared team repo for the capstone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tool / function calling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the capstone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pull requests &amp; code review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function calling + lab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brief + team repos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COLLABORATION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&amp; code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branch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feature branch to the remote / your fork.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changed and why; link the task.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comment, request changes, approve.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or merge once approved — main stays healthy.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THE CAPSTONE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Collaborating on the capstone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 around one shared repository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works on their own branch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through pull requests — never email files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other's prompts and code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UP NOW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team repo today. You'll deliver the whole capstone through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tools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can't fetch live data or do exact math alone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let them act: search, compute, query, call APIs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 the tool and fills the arguments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the tool and returns the result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'the model writes text' to 'the model decides what to do'. This is the step toward agents.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schema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function: name, purpose, parameters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this to decide when &amp; how to call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required fields constrain the arguments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prompt text — write it carefully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definition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"get_weather",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"Current weather for a city",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"parameters"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city: string (required) 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tool-calling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structured call: tool name + arguments.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execute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args, run the function, capture the result.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output back into the conversation.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continues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result to answer or call another tool.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tools unlock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outputs into a fixed set of labels via a tool schema.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⇲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typed fields out of free text into structured records.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⇉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each request to the right handler or sub-chain.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calculate, query a DB, or hit an external API.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ARE prompts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knows a tool from its name + description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descriptions → wrong tool, wrong arguments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when to use it and when NOT to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argument-level hints and examples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tool use usually means editing the tool's description, not the model.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tool errors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arguments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first; return a clear error the model can react 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↺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correct and retry — with a sane limit.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∅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results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'no result' explicitly so it doesn't invent one.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out and degrade gracefully instead of hanging.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Build and call tools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B · HOSTED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03-Functions-Tools-and-Agents-with-LangChain/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tool with a typed schema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model to call it and handle the result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extraction tool over messy text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tool description on purpose; watch it fail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tool-calling notebook, plus one example of a bad description and the fix that repaired it.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brief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RAG or agentic app on a topic you choose.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prompts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prompt design and key iterations.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an eval set + one LLM-as-judge check.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failure modes and one safety concern. Present Session 9.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6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let models act, not just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schema is a contract the model reads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are prompt engineering — write them well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bad args, retries and empty results explicitly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LangGraph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tool calls into autonomous loops and orchestrate them explicitly as a graph.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Tools &amp; Function Calling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6</dc:title>
  <dc:subject>PptxGenJS Presentation</dc:subject>
  <dc:creator>Stefan Duprey</dc:creator>
  <cp:lastModifiedBy>Stefan Duprey</cp:lastModifiedBy>
  <cp:revision>1</cp:revision>
  <dcterms:created xsi:type="dcterms:W3CDTF">2026-09-07T07:40:55Z</dcterms:created>
  <dcterms:modified xsi:type="dcterms:W3CDTF">2026-09-07T07:40:55Z</dcterms:modified>
</cp:coreProperties>
</file>