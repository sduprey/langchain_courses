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Prompting Techniques — Mercredi 16 septembre, 8h00–9h40 (1h40).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Lab: Lab — Fix weak prompts — local model — free iteration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182880"/>
            <a:ext cx="45720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232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Prompting Techniques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toolkit — and a repeatable way to make prompts better.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Mercredi 16 septembre   ·   8h00–9h40   ·   1h40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—  Stefan Duprey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— plan &amp; goals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Branch, merge, and resolve a conflict in Git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zero/few-shot and role prompting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output with delimiters &amp; constraints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and fix weak prompts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965960"/>
            <a:ext cx="4736592" cy="3886200"/>
          </a:xfrm>
          <a:prstGeom prst="roundRect">
            <a:avLst>
              <a:gd name="adj" fmla="val 211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7804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OF SHOW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2651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branching, merging, conflicts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33101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0:55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33101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techniques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8221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1:25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38221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fix weak prompts, committed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Core Prompting Techniques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BRANCHING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&amp; merging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switch -c feature — isolate your work from main.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455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freely on the branch; main stays clean.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90288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merge — bring the finished work back into main.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85232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852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6694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650992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branch once it's merged.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Core Prompting Techniques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CONFLICTS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a merge conflict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happen when two branches change the same lines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marks the clash directly in the file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the correct result and remove the markers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stage and commit the resolution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 markers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= 0.0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= 0.7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feature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edit to the right value, then: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config.py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Core Prompting Techniques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levers you control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exactly what to do, for whom, and to what standard.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pattern instead of describing it (few-shot).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expertise and tone with a persona.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the shape of the answer — length, schema, style.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Core Prompting Techniques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TECHNIQUE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Zero-shot: just ask well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examples — rely on a precise instruction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when the task is common and unambiguous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about audience, length and format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default; add examples only when it falls short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zero-shot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You are a support triage bot.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Classify the ticket below as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billing, bug, or other. Reply with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lowercase word only.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Ticket: "App crashes on export."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Core Prompting Techniques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TECHNIQUE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Few-shot: show the pattern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2–5 input → output examples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fix the label space and the format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and consistency matter more than volume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small local models that drift without them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few-shot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"Refund took weeks"  -&gt;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"Button does nothing" -&gt;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"Love the new UI"    -&gt;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"Charged twice"      -&gt;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Core Prompting Techniques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TECHNIQUE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persona prompting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a senior tax auditor..." shifts vocabulary &amp; rigor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tone, depth, and default assumptions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an audience: expert writing for a beginner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overact — a role is a nudge, not a costume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9ECE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 OUT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 changes style reliably, but it does not add knowledge the model lacks.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Core Prompting Techniques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your prompt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Delimiters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 input with triple quotes or tags so it isn't read as instructions.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parts: Context, Task, Constraints, Output.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schema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JSON / a fixed template to make parsing reliable.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key instruction; models weight the start heavily.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Core Prompting Techniques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failure modes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→ the model guesses the wrong intent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drift → prose when you needed JSON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Over-stuffed context → the key line gets lost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 instructions → input mistaken for a command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9ECE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FIX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bad outputs are under-specified prompts, not weak models. Tighten the ask first.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Core Prompting Techniques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iterate–measure–refine loop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baseline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prompt that could work; run it a few times.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530352" cy="530352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455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failures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5–10 hard inputs where it breaks.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530352" cy="530352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90288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example, a constraint, or reorder — never all at once.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85232"/>
            <a:ext cx="530352" cy="530352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852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6694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keep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650992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same inputs; keep the change only if it helped.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Core Prompting Techniques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Fix weak prompts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A · OLLAMA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572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model — free iteration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040880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95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three deliberately weak prompts and rewrite to spec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few-shot classifier for a small label set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remove examples and watch accuracy move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short log of what changed the output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18120" y="2194560"/>
            <a:ext cx="3822192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5875">
            <a:solidFill>
              <a:srgbClr val="9ECE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2468880"/>
            <a:ext cx="457200" cy="45720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2487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154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before/after prompt pair per task, with one sentence on why the fix worked.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Core Prompting Techniques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Session 2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488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Instruction, examples, role, format are your levers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1089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fixes format and label space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690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and delimiters prevent leakage &amp; drift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292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prompts by changing one thing and measuring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2194560"/>
            <a:ext cx="4325112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structured outputs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977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models reason reliably (CoT, self-consistency, ReAct) and return machine-usable JSON. First big lab.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Core Prompting Techniques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+ Prompt Engineering — Session 2</dc:title>
  <dc:subject>PptxGenJS Presentation</dc:subject>
  <dc:creator>Stefan Duprey</dc:creator>
  <cp:lastModifiedBy>Stefan Duprey</cp:lastModifiedBy>
  <cp:revision>1</cp:revision>
  <dcterms:created xsi:type="dcterms:W3CDTF">2026-09-07T07:40:55Z</dcterms:created>
  <dcterms:modified xsi:type="dcterms:W3CDTF">2026-09-07T07:40:55Z</dcterms:modified>
</cp:coreProperties>
</file>