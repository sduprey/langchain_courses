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Reasoning &amp; Structured Outputs — Vendredi 18 septembre, 8h00–10h30 (2h30).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Lab: Lab — Structured extraction — llm_application_development/ (parsers)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182880"/>
            <a:ext cx="4572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Structured Outputs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models to reason on purpose — and to return output your code can parse.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Vendredi 18 septembre   ·   8h00–10h30   ·   2h30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—  Stefan Duprey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— plan &amp; goals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remotes: clone, fork, push, pull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chain-of-thought &amp; self-consistency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&amp; validate structured JSON output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first lab through your fork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965960"/>
            <a:ext cx="4736592" cy="3886200"/>
          </a:xfrm>
          <a:prstGeom prst="roundRect">
            <a:avLst>
              <a:gd name="adj" fmla="val 211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OF SHOW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31638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0:10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316382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remotes, fork, GitHub flow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0:50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38221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structured outputs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43342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1:20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433425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lab — deliver via Git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Reasoning &amp; Structured Outputs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REMOTES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Remotes &amp; GitHub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remote repository to your machine.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local commits up to the remote.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and merge everyone else's work.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85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6694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650992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name for your main remote.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Reasoning &amp; Structured Outputs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THE GITHUB 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&amp; pull-request workflow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fork is your own copy of a repo on GitHub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your fork, branch, commit, and push to it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pull request to propose your changes back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you'll hand in every lab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F05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fork the course repo and push your first prompt-engineering lab through it.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Reasoning &amp; Structured Outputs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ask a model to reason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tasks fail when answered in one jump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intermediate steps explicit raises accuracy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makes errors visible and debuggable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more tokens, latency, and cost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BB9A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model room to think before it commits to an answer — but only when the task needs it.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Reasoning &amp; Structured Outputs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steps, then the final answer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gains on math, logic and multi-hop questions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final answer clearly delimited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models often reason without being asked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chain-of-thought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 through it step by step,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give the answer after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"Answer:"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its own line.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steps are visible -&gt; checkable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Reasoning &amp; Structured Outputs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(least-to-most)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problem into ordered sub-questions.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in sequence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each, feeding results into the next.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 sub-answers into the final result.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85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6694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650992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small enough to get right — and to inspect.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Reasoning &amp; Structured Outputs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MORE STRATEGIES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more reliably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∑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several reasoning paths; take the majority answer.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vs benefit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burns tokens — skip it for simple lookups.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◐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reasoning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model reason, then output only the conclusion.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check step: 'Does the answer satisfy the constraints?'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Reasoning &amp; Structured Outputs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BRIDGE TO AGENTS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reason + act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Interleave Thought → Action → Observation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call tools (search, calculator, code)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feed the next thought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loop is exactly what an agent runs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trace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need today's FX rate.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search("EUR USD today")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Observation: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1.09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Now I can answer.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about 1.09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Reasoning &amp; Structured Outputs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 OUTPUT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schema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JSON keys, types and allowed values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JSON mode / schema when the API supports it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one example of valid output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regex prose — make the model emit structure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schema prompt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ONLY JSON: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"sentiment"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"pos|neg|neu",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"score"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0.0-1.0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prose, no markdown fences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Reasoning &amp; Structured Outputs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ROBUSTNESS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→ validate → repair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JSON; catch malformed output instead of crashing.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keys, types and enums against a schema (e.g. Pydantic).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failure, send the error back and ask for a corrected object.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Reasoning &amp; Structured Outputs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Structured extraction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A · OLLAMA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llm_application_development/ (parsers)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040880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95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Branch, then use templates + parsers on messy text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structured extraction into a fixed schema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parse-failure rate before/after tweaks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branch and open a pull request to hand in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2194560"/>
            <a:ext cx="3822192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5875">
            <a:solidFill>
              <a:srgbClr val="BB9A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246888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487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54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parser that hits a target success rate locally, plus notes on where the small model broke vs a frontier model.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Reasoning &amp; Structured Outputs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Session 3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488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reasoning trades tokens for accuracy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1089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 and verification add reliability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69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interleaves thinking with tool use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292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= schema + validate + repair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2194560"/>
            <a:ext cx="4325112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I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977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raw API calls to reusable abstractions: chat models, prompt templates, output parsers and memory.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Reasoning &amp; Structured Outputs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+ Prompt Engineering — Session 3</dc:title>
  <dc:subject>PptxGenJS Presentation</dc:subject>
  <dc:creator>Stefan Duprey</dc:creator>
  <cp:lastModifiedBy>Stefan Duprey</cp:lastModifiedBy>
  <cp:revision>1</cp:revision>
  <dcterms:created xsi:type="dcterms:W3CDTF">2026-09-07T07:40:55Z</dcterms:created>
  <dcterms:modified xsi:type="dcterms:W3CDTF">2026-09-07T07:40:55Z</dcterms:modified>
</cp:coreProperties>
</file>