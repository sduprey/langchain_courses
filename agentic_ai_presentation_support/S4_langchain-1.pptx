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I — Models, Prompts, Parsers, Memory — Mardi 22 septembre, 10h45–12h30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Models, prompts, parsers, memory — llm_application_development/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 — Models, Prompts, Parsers, Memory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one-off API calls to reusable, composable building blocks.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22 septembre   ·   10h45–12h30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branch-per-task Git workflow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LangChain models, templates &amp; parsers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appropriate memory type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meaningful commit messages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 per task, good commits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(local, on a branch)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3342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3342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each exercise or feature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always in a working state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 and often, in present tense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history is a gift to your future self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COMMIT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windowed memory to chat chain" — says what and why. Not "stuff" or "fix".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vs LangChain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calls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zero dependencies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rebuild templating &amp; parsing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wire memory &amp; retrieval by hand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single simple call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&amp; parsers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without rewrites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chains, retrieval included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an abstraction to learn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interface over OpenAI, Ollama, and others.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▤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parametrized prompt with typed input variables.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⇲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model text into typed Python objects.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◷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conversation state across turns.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prompt once, fill variables per call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wording consistent across the app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 runs on a local or hosted model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your templates like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template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tmpl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ChatPromptTemplate.from_template(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"Summarize {text} for a {reader}"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tmpl.format(text=doc, reader=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"CFO"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output shape you expect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injects format instructions into the prompt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validated objects, not raw strings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the structured-output work from Session 3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parser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Review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(BaseModel):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sentiment: str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score: float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 = PydanticOutputParser(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pydantic_object=Review)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full transcript. Simple, but grows unbounded.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last k turns to bound token cost.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old turns into a running summary.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only the relevant past turns on demand.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TAKEAWAY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prompt engineering lives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hold your instructions and format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inject format rules into the prompt for you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decides what context the model even sees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 still beat more machinery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organizes your prompts — it does not replace the craft of writing them.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Models, prompts, parsers,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llm_application_development/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local model behind the chat interface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prompt template with variables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Pydantic output parser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windowed memory to a short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notebook that templates a prompt, parses structured output, and remembers the last few turns.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gives reusable, swappable building blocks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keep prompts consistent and versioned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return typed objects, not raw text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memory by cost vs fidelity trade-off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II — chains &amp; RAG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calls into chains and ground answers in your own documents with retrieval-augmented generation.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LangChain I — Models, Prompts, Parsers, Memory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4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