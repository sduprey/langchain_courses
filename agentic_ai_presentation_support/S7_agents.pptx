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&amp; LangGraph — Mardi 29 septembre, 8h00–9h45 (1h45).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Build &amp; trace an agent — 01-AI-Agents-in-LangGraph/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LangGraph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tool calls to multi-step loops you can control and inspect.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29 septembre   ·   8h00–9h45   ·   1h45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merge and rebase; use stash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agent loop and ReAct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control flow with LangGraph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agents via prompts &amp; tool docs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merge vs rebase, stash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LangGraph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6758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build &amp; trace an agent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187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1879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check-in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HISTORY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vs rebase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true history intact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merge commit at the join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shared / pushed branches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can get tangled over time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your commits on a new base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clean, linear history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to tidy up before a PR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rebase commits others already have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goal and the current state / observations.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the next action — often a tool call.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tool and capture the observation.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the goal is met or a stop condition fires.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Thought → Action → Observation loop from Session 3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plans, acts, and reacts to results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open-ended, multi-step tasks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loops, wasted calls, drifting off-goal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cap the number of steps and give a clear stopping condition.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primitives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object every step reads from and writes 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work: a model call, a tool, a function.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that sends state from one node to the next.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⇋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or loop based on the current state.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graph, sketched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functions over shared state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define the control flow explicitly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create branches and cycles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visualize and trace every run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sketch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StateGraph(State)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call_model)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run_tools)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g.add_conditional_edges(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needs_tool)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CRAFT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inside agents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sets the agent's goal and limits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decide which tool it picks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clutter is context clutter — keep it lean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prompt changes reshape the whole trajectory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 misbehaviour is fixed in the system prompt and tool docs, not the graph wiring.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Build &amp; trace an agent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B · HOSTED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01-AI-Agents-in-LangGraph/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ReAct agent with a search tool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read the full step-by-step trace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step limit and a stop condition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system prompt; compare the new trajectory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traced agent run, plus a note on how one prompt edit changed which tools it called.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7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perceive-decide-act loop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plans and reacts to observations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makes control flow explicit &amp; inspectable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agents via prompts and tool descriptions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evaluation &amp; safety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agents long-term memory, learn to evaluate LLM apps, and defend against injection.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Agents &amp; LangGraph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7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