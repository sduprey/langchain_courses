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Presentations &amp; Wrap-up — Jeudi 1er octobre, 11h30–13h15 (1h45).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Presentations &amp; Wrap-up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built, how you measured it, and what you learned.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Jeudi 1er octobre   ·   11h30–13h15   ·   1h45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project through Git (PRs, tags)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build, evaluation &amp; reflection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useful peer feedback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Git &amp; PE go next (CI/CD)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presentations (delivered via Git)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Consolidation: Git + PE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1:35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next — CI/CD teaser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334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3342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&amp; resources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Wrap-up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SHIP 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your project through Git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every feature branch via reviewed pull requests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 release (v1.0) as your submission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history tells your project's story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real teams ship software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runs your tests automatically on every push — the natural sequel to this course.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Wrap-up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format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(3 min)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and a short live or recorded demo.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 (2 min)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prompts and the iterations that mattered.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(2 min)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eval set, scores, and the judge you used.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+ Q&amp;A (3 min)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modes, one safety concern, questions.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Wrap-up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graded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✎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structure, and evidence of iteration.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eval set and at least one judge check.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failure modes and one mitigation.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demo and a well-argued reflection.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Wrap-up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 REVIEW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good feedback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what worked and why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a specific prompt or design choice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one concrete improvement, not ten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the artifact, never the person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should leave each team with one thing they're excited to try next.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Wrap-up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Prompt-engineering cheat sheet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task, audience, constraints — leave no room to guess.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tell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beat long descriptions.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output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 schema; validate and repair it.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 eval set; change one thing at a time.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Wrap-up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OUTLOOK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field is going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clever prompts to systems: retrieval, tools, memory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safety become the hard part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get more autonomous — and need tighter guardrails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skill is engineering discipline, not tricks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PARTING THOUGHT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will keep changing. A clear spec, examples, and an eval set will keep working.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Wrap-up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031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THAT'S A WRAP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go build.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notebooks &amp; syllabus: github.com/sduprey/langchain_courses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guides: OpenAI &amp; Anthropic prompt-engineering docs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Deepen: the four DeepLearning.AI short courses (free)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 documentation for reference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Wrap-up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9</dc:title>
  <dc:subject>PptxGenJS Presentation</dc:subject>
  <dc:creator>Stefan Duprey</dc:creator>
  <cp:lastModifiedBy>Stefan Duprey</cp:lastModifiedBy>
  <cp:revision>1</cp:revision>
  <dcterms:created xsi:type="dcterms:W3CDTF">2026-09-07T07:40:55Z</dcterms:created>
  <dcterms:modified xsi:type="dcterms:W3CDTF">2026-09-07T07:40:55Z</dcterms:modified>
</cp:coreProperties>
</file>